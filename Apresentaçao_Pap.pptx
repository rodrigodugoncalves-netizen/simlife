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6" r:id="rId1"/>
  </p:sldMasterIdLst>
  <p:sldIdLst>
    <p:sldId id="256" r:id="rId2"/>
    <p:sldId id="257" r:id="rId3"/>
    <p:sldId id="262" r:id="rId4"/>
    <p:sldId id="263" r:id="rId5"/>
    <p:sldId id="258" r:id="rId6"/>
    <p:sldId id="259" r:id="rId7"/>
    <p:sldId id="260" r:id="rId8"/>
    <p:sldId id="261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45AA"/>
    <a:srgbClr val="2463E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95"/>
    <p:restoredTop sz="94693"/>
  </p:normalViewPr>
  <p:slideViewPr>
    <p:cSldViewPr snapToGrid="0">
      <p:cViewPr varScale="1">
        <p:scale>
          <a:sx n="117" d="100"/>
          <a:sy n="117" d="100"/>
        </p:scale>
        <p:origin x="200" y="8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svg"/><Relationship Id="rId1" Type="http://schemas.openxmlformats.org/officeDocument/2006/relationships/image" Target="../media/image3.svg"/><Relationship Id="rId6" Type="http://schemas.openxmlformats.org/officeDocument/2006/relationships/image" Target="../media/image8.svg"/><Relationship Id="rId5" Type="http://schemas.openxmlformats.org/officeDocument/2006/relationships/image" Target="../media/image7.svg"/><Relationship Id="rId4" Type="http://schemas.openxmlformats.org/officeDocument/2006/relationships/image" Target="../media/image6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svg"/><Relationship Id="rId1" Type="http://schemas.openxmlformats.org/officeDocument/2006/relationships/image" Target="../media/image3.svg"/><Relationship Id="rId6" Type="http://schemas.openxmlformats.org/officeDocument/2006/relationships/image" Target="../media/image8.svg"/><Relationship Id="rId5" Type="http://schemas.openxmlformats.org/officeDocument/2006/relationships/image" Target="../media/image7.svg"/><Relationship Id="rId4" Type="http://schemas.openxmlformats.org/officeDocument/2006/relationships/image" Target="../media/image6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3AAE11D-704C-4023-B6C1-8960C1F1A08A}" type="doc">
      <dgm:prSet loTypeId="urn:microsoft.com/office/officeart/2005/8/layout/hierarchy1" loCatId="hierarchy" qsTypeId="urn:microsoft.com/office/officeart/2005/8/quickstyle/simple1" qsCatId="simple" csTypeId="urn:microsoft.com/office/officeart/2005/8/colors/accent0_3" csCatId="mainScheme"/>
      <dgm:spPr/>
      <dgm:t>
        <a:bodyPr/>
        <a:lstStyle/>
        <a:p>
          <a:endParaRPr lang="en-US"/>
        </a:p>
      </dgm:t>
    </dgm:pt>
    <dgm:pt modelId="{9823B1DE-D838-4924-A119-1AAE27B029A3}">
      <dgm:prSet/>
      <dgm:spPr/>
      <dgm:t>
        <a:bodyPr/>
        <a:lstStyle/>
        <a:p>
          <a:r>
            <a:rPr lang="pt-PT" b="1" dirty="0"/>
            <a:t>Criar uma plataforma interativa de treino financeiro</a:t>
          </a:r>
          <a:endParaRPr lang="en-US" dirty="0"/>
        </a:p>
      </dgm:t>
    </dgm:pt>
    <dgm:pt modelId="{2A81140A-2846-49F8-A82D-AB9358FBA230}" type="parTrans" cxnId="{739CFDF0-55F6-4D2C-94F1-FD8A7BBB2D9F}">
      <dgm:prSet/>
      <dgm:spPr/>
      <dgm:t>
        <a:bodyPr/>
        <a:lstStyle/>
        <a:p>
          <a:endParaRPr lang="en-US"/>
        </a:p>
      </dgm:t>
    </dgm:pt>
    <dgm:pt modelId="{68C8AA33-710F-4FBC-9D23-B9EC66309FE0}" type="sibTrans" cxnId="{739CFDF0-55F6-4D2C-94F1-FD8A7BBB2D9F}">
      <dgm:prSet/>
      <dgm:spPr/>
      <dgm:t>
        <a:bodyPr/>
        <a:lstStyle/>
        <a:p>
          <a:endParaRPr lang="en-US"/>
        </a:p>
      </dgm:t>
    </dgm:pt>
    <dgm:pt modelId="{6228EB80-BB77-4055-BC2F-C7C2F33C73D4}">
      <dgm:prSet/>
      <dgm:spPr/>
      <dgm:t>
        <a:bodyPr/>
        <a:lstStyle/>
        <a:p>
          <a:r>
            <a:rPr lang="pt-PT" b="1"/>
            <a:t>Simular a gestão real da vida adulta</a:t>
          </a:r>
          <a:endParaRPr lang="en-US"/>
        </a:p>
      </dgm:t>
    </dgm:pt>
    <dgm:pt modelId="{28735F4A-5F39-4BBF-B9C4-21DA87F17143}" type="parTrans" cxnId="{F356A867-53D3-4218-B940-44A6845EC82A}">
      <dgm:prSet/>
      <dgm:spPr/>
      <dgm:t>
        <a:bodyPr/>
        <a:lstStyle/>
        <a:p>
          <a:endParaRPr lang="en-US"/>
        </a:p>
      </dgm:t>
    </dgm:pt>
    <dgm:pt modelId="{41F04DC5-44B3-4AC5-AA93-C84CA8A1AEEA}" type="sibTrans" cxnId="{F356A867-53D3-4218-B940-44A6845EC82A}">
      <dgm:prSet/>
      <dgm:spPr/>
      <dgm:t>
        <a:bodyPr/>
        <a:lstStyle/>
        <a:p>
          <a:endParaRPr lang="en-US"/>
        </a:p>
      </dgm:t>
    </dgm:pt>
    <dgm:pt modelId="{F3F01A75-F97A-4BB4-B305-A7CB6FBEADDB}">
      <dgm:prSet/>
      <dgm:spPr/>
      <dgm:t>
        <a:bodyPr/>
        <a:lstStyle/>
        <a:p>
          <a:r>
            <a:rPr lang="pt-PT" b="1"/>
            <a:t>Centralizar a tomada de decisões e imprevistos</a:t>
          </a:r>
          <a:endParaRPr lang="en-US"/>
        </a:p>
      </dgm:t>
    </dgm:pt>
    <dgm:pt modelId="{85532C8C-BD52-40FC-9CCA-B1DF626B8DA7}" type="parTrans" cxnId="{397222D7-409D-49E0-82EB-C3D229FB7F6E}">
      <dgm:prSet/>
      <dgm:spPr/>
      <dgm:t>
        <a:bodyPr/>
        <a:lstStyle/>
        <a:p>
          <a:endParaRPr lang="en-US"/>
        </a:p>
      </dgm:t>
    </dgm:pt>
    <dgm:pt modelId="{F76EBDFC-8072-414E-9C7E-C296A6DEBDC6}" type="sibTrans" cxnId="{397222D7-409D-49E0-82EB-C3D229FB7F6E}">
      <dgm:prSet/>
      <dgm:spPr/>
      <dgm:t>
        <a:bodyPr/>
        <a:lstStyle/>
        <a:p>
          <a:endParaRPr lang="en-US"/>
        </a:p>
      </dgm:t>
    </dgm:pt>
    <dgm:pt modelId="{B3F20808-6583-B24C-9793-7593CF666E2D}" type="pres">
      <dgm:prSet presAssocID="{73AAE11D-704C-4023-B6C1-8960C1F1A08A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63E12F0F-0D66-2742-B4A2-B09E53FB1749}" type="pres">
      <dgm:prSet presAssocID="{9823B1DE-D838-4924-A119-1AAE27B029A3}" presName="hierRoot1" presStyleCnt="0"/>
      <dgm:spPr/>
    </dgm:pt>
    <dgm:pt modelId="{42DC42E0-B14D-E14E-B2FE-3F503265E093}" type="pres">
      <dgm:prSet presAssocID="{9823B1DE-D838-4924-A119-1AAE27B029A3}" presName="composite" presStyleCnt="0"/>
      <dgm:spPr/>
    </dgm:pt>
    <dgm:pt modelId="{14976038-C2A4-C74F-82AF-1A6A1DCFA7B4}" type="pres">
      <dgm:prSet presAssocID="{9823B1DE-D838-4924-A119-1AAE27B029A3}" presName="background" presStyleLbl="node0" presStyleIdx="0" presStyleCnt="3"/>
      <dgm:spPr>
        <a:solidFill>
          <a:srgbClr val="0045AA"/>
        </a:solidFill>
      </dgm:spPr>
    </dgm:pt>
    <dgm:pt modelId="{964545EB-84E2-8B4F-BFE7-8AE4893FC71B}" type="pres">
      <dgm:prSet presAssocID="{9823B1DE-D838-4924-A119-1AAE27B029A3}" presName="text" presStyleLbl="fgAcc0" presStyleIdx="0" presStyleCnt="3">
        <dgm:presLayoutVars>
          <dgm:chPref val="3"/>
        </dgm:presLayoutVars>
      </dgm:prSet>
      <dgm:spPr/>
    </dgm:pt>
    <dgm:pt modelId="{515E2D8A-F72A-8140-8895-6200ADCDA803}" type="pres">
      <dgm:prSet presAssocID="{9823B1DE-D838-4924-A119-1AAE27B029A3}" presName="hierChild2" presStyleCnt="0"/>
      <dgm:spPr/>
    </dgm:pt>
    <dgm:pt modelId="{7DCF2F72-5B7A-1245-B94E-D5094A05712C}" type="pres">
      <dgm:prSet presAssocID="{6228EB80-BB77-4055-BC2F-C7C2F33C73D4}" presName="hierRoot1" presStyleCnt="0"/>
      <dgm:spPr/>
    </dgm:pt>
    <dgm:pt modelId="{9EEF74A8-33F4-5B4C-A7B1-45A25FE0BEFC}" type="pres">
      <dgm:prSet presAssocID="{6228EB80-BB77-4055-BC2F-C7C2F33C73D4}" presName="composite" presStyleCnt="0"/>
      <dgm:spPr/>
    </dgm:pt>
    <dgm:pt modelId="{9F1B09EF-A76C-D24A-85B6-C547116AD04D}" type="pres">
      <dgm:prSet presAssocID="{6228EB80-BB77-4055-BC2F-C7C2F33C73D4}" presName="background" presStyleLbl="node0" presStyleIdx="1" presStyleCnt="3"/>
      <dgm:spPr>
        <a:solidFill>
          <a:srgbClr val="0045AA"/>
        </a:solidFill>
      </dgm:spPr>
    </dgm:pt>
    <dgm:pt modelId="{0E363F07-7354-E146-917E-7B3BF97883BB}" type="pres">
      <dgm:prSet presAssocID="{6228EB80-BB77-4055-BC2F-C7C2F33C73D4}" presName="text" presStyleLbl="fgAcc0" presStyleIdx="1" presStyleCnt="3">
        <dgm:presLayoutVars>
          <dgm:chPref val="3"/>
        </dgm:presLayoutVars>
      </dgm:prSet>
      <dgm:spPr/>
    </dgm:pt>
    <dgm:pt modelId="{0B682B94-17CE-3145-920B-5FD3E8FA99D0}" type="pres">
      <dgm:prSet presAssocID="{6228EB80-BB77-4055-BC2F-C7C2F33C73D4}" presName="hierChild2" presStyleCnt="0"/>
      <dgm:spPr/>
    </dgm:pt>
    <dgm:pt modelId="{A1DD8C83-2D38-5545-B109-3E90D91149F0}" type="pres">
      <dgm:prSet presAssocID="{F3F01A75-F97A-4BB4-B305-A7CB6FBEADDB}" presName="hierRoot1" presStyleCnt="0"/>
      <dgm:spPr/>
    </dgm:pt>
    <dgm:pt modelId="{A2BA3843-EDD5-0C49-B140-AAB276D67C01}" type="pres">
      <dgm:prSet presAssocID="{F3F01A75-F97A-4BB4-B305-A7CB6FBEADDB}" presName="composite" presStyleCnt="0"/>
      <dgm:spPr/>
    </dgm:pt>
    <dgm:pt modelId="{854C7F96-E124-994F-8636-B47EA426B45C}" type="pres">
      <dgm:prSet presAssocID="{F3F01A75-F97A-4BB4-B305-A7CB6FBEADDB}" presName="background" presStyleLbl="node0" presStyleIdx="2" presStyleCnt="3"/>
      <dgm:spPr>
        <a:solidFill>
          <a:srgbClr val="0045AA"/>
        </a:solidFill>
      </dgm:spPr>
    </dgm:pt>
    <dgm:pt modelId="{DE030128-9481-9644-8190-D6B450ECC07B}" type="pres">
      <dgm:prSet presAssocID="{F3F01A75-F97A-4BB4-B305-A7CB6FBEADDB}" presName="text" presStyleLbl="fgAcc0" presStyleIdx="2" presStyleCnt="3">
        <dgm:presLayoutVars>
          <dgm:chPref val="3"/>
        </dgm:presLayoutVars>
      </dgm:prSet>
      <dgm:spPr/>
    </dgm:pt>
    <dgm:pt modelId="{05E52724-0761-C945-9F8F-0CC10CA0E1AD}" type="pres">
      <dgm:prSet presAssocID="{F3F01A75-F97A-4BB4-B305-A7CB6FBEADDB}" presName="hierChild2" presStyleCnt="0"/>
      <dgm:spPr/>
    </dgm:pt>
  </dgm:ptLst>
  <dgm:cxnLst>
    <dgm:cxn modelId="{4FC03C2B-97B9-344E-ADB9-37F4AA9DC0C7}" type="presOf" srcId="{6228EB80-BB77-4055-BC2F-C7C2F33C73D4}" destId="{0E363F07-7354-E146-917E-7B3BF97883BB}" srcOrd="0" destOrd="0" presId="urn:microsoft.com/office/officeart/2005/8/layout/hierarchy1"/>
    <dgm:cxn modelId="{3F2D825F-30BA-244B-9B56-44B8E97466D0}" type="presOf" srcId="{73AAE11D-704C-4023-B6C1-8960C1F1A08A}" destId="{B3F20808-6583-B24C-9793-7593CF666E2D}" srcOrd="0" destOrd="0" presId="urn:microsoft.com/office/officeart/2005/8/layout/hierarchy1"/>
    <dgm:cxn modelId="{F356A867-53D3-4218-B940-44A6845EC82A}" srcId="{73AAE11D-704C-4023-B6C1-8960C1F1A08A}" destId="{6228EB80-BB77-4055-BC2F-C7C2F33C73D4}" srcOrd="1" destOrd="0" parTransId="{28735F4A-5F39-4BBF-B9C4-21DA87F17143}" sibTransId="{41F04DC5-44B3-4AC5-AA93-C84CA8A1AEEA}"/>
    <dgm:cxn modelId="{B0AE67C2-B2CB-744E-A7BF-F0B283983FCB}" type="presOf" srcId="{9823B1DE-D838-4924-A119-1AAE27B029A3}" destId="{964545EB-84E2-8B4F-BFE7-8AE4893FC71B}" srcOrd="0" destOrd="0" presId="urn:microsoft.com/office/officeart/2005/8/layout/hierarchy1"/>
    <dgm:cxn modelId="{397222D7-409D-49E0-82EB-C3D229FB7F6E}" srcId="{73AAE11D-704C-4023-B6C1-8960C1F1A08A}" destId="{F3F01A75-F97A-4BB4-B305-A7CB6FBEADDB}" srcOrd="2" destOrd="0" parTransId="{85532C8C-BD52-40FC-9CCA-B1DF626B8DA7}" sibTransId="{F76EBDFC-8072-414E-9C7E-C296A6DEBDC6}"/>
    <dgm:cxn modelId="{739CFDF0-55F6-4D2C-94F1-FD8A7BBB2D9F}" srcId="{73AAE11D-704C-4023-B6C1-8960C1F1A08A}" destId="{9823B1DE-D838-4924-A119-1AAE27B029A3}" srcOrd="0" destOrd="0" parTransId="{2A81140A-2846-49F8-A82D-AB9358FBA230}" sibTransId="{68C8AA33-710F-4FBC-9D23-B9EC66309FE0}"/>
    <dgm:cxn modelId="{9F8CAFF7-13D6-A04A-981E-303758ED0766}" type="presOf" srcId="{F3F01A75-F97A-4BB4-B305-A7CB6FBEADDB}" destId="{DE030128-9481-9644-8190-D6B450ECC07B}" srcOrd="0" destOrd="0" presId="urn:microsoft.com/office/officeart/2005/8/layout/hierarchy1"/>
    <dgm:cxn modelId="{4B479683-E82F-0149-8791-076357557802}" type="presParOf" srcId="{B3F20808-6583-B24C-9793-7593CF666E2D}" destId="{63E12F0F-0D66-2742-B4A2-B09E53FB1749}" srcOrd="0" destOrd="0" presId="urn:microsoft.com/office/officeart/2005/8/layout/hierarchy1"/>
    <dgm:cxn modelId="{91687B8F-5F2D-6F4C-9F7E-EEE23A3613F9}" type="presParOf" srcId="{63E12F0F-0D66-2742-B4A2-B09E53FB1749}" destId="{42DC42E0-B14D-E14E-B2FE-3F503265E093}" srcOrd="0" destOrd="0" presId="urn:microsoft.com/office/officeart/2005/8/layout/hierarchy1"/>
    <dgm:cxn modelId="{A47923C2-31BA-934E-BFE7-EBC607B7258E}" type="presParOf" srcId="{42DC42E0-B14D-E14E-B2FE-3F503265E093}" destId="{14976038-C2A4-C74F-82AF-1A6A1DCFA7B4}" srcOrd="0" destOrd="0" presId="urn:microsoft.com/office/officeart/2005/8/layout/hierarchy1"/>
    <dgm:cxn modelId="{69F49BA8-8A1B-4B46-ADF9-57CB0C8194FB}" type="presParOf" srcId="{42DC42E0-B14D-E14E-B2FE-3F503265E093}" destId="{964545EB-84E2-8B4F-BFE7-8AE4893FC71B}" srcOrd="1" destOrd="0" presId="urn:microsoft.com/office/officeart/2005/8/layout/hierarchy1"/>
    <dgm:cxn modelId="{5CF28000-5C49-3B4D-BE0E-2A0A65169442}" type="presParOf" srcId="{63E12F0F-0D66-2742-B4A2-B09E53FB1749}" destId="{515E2D8A-F72A-8140-8895-6200ADCDA803}" srcOrd="1" destOrd="0" presId="urn:microsoft.com/office/officeart/2005/8/layout/hierarchy1"/>
    <dgm:cxn modelId="{791EC96D-B95C-8B4C-859E-7F18E3CC7E7A}" type="presParOf" srcId="{B3F20808-6583-B24C-9793-7593CF666E2D}" destId="{7DCF2F72-5B7A-1245-B94E-D5094A05712C}" srcOrd="1" destOrd="0" presId="urn:microsoft.com/office/officeart/2005/8/layout/hierarchy1"/>
    <dgm:cxn modelId="{58A20014-4EB0-844B-95B0-F07CBAF85F73}" type="presParOf" srcId="{7DCF2F72-5B7A-1245-B94E-D5094A05712C}" destId="{9EEF74A8-33F4-5B4C-A7B1-45A25FE0BEFC}" srcOrd="0" destOrd="0" presId="urn:microsoft.com/office/officeart/2005/8/layout/hierarchy1"/>
    <dgm:cxn modelId="{36347D5E-323B-064D-9966-B62C7423DE94}" type="presParOf" srcId="{9EEF74A8-33F4-5B4C-A7B1-45A25FE0BEFC}" destId="{9F1B09EF-A76C-D24A-85B6-C547116AD04D}" srcOrd="0" destOrd="0" presId="urn:microsoft.com/office/officeart/2005/8/layout/hierarchy1"/>
    <dgm:cxn modelId="{0B8C23D5-0326-E14B-8FD7-B283A202723F}" type="presParOf" srcId="{9EEF74A8-33F4-5B4C-A7B1-45A25FE0BEFC}" destId="{0E363F07-7354-E146-917E-7B3BF97883BB}" srcOrd="1" destOrd="0" presId="urn:microsoft.com/office/officeart/2005/8/layout/hierarchy1"/>
    <dgm:cxn modelId="{875DD823-2929-C041-935A-AA12BBB6916E}" type="presParOf" srcId="{7DCF2F72-5B7A-1245-B94E-D5094A05712C}" destId="{0B682B94-17CE-3145-920B-5FD3E8FA99D0}" srcOrd="1" destOrd="0" presId="urn:microsoft.com/office/officeart/2005/8/layout/hierarchy1"/>
    <dgm:cxn modelId="{07323F30-375C-8244-BA18-A37FAF105C48}" type="presParOf" srcId="{B3F20808-6583-B24C-9793-7593CF666E2D}" destId="{A1DD8C83-2D38-5545-B109-3E90D91149F0}" srcOrd="2" destOrd="0" presId="urn:microsoft.com/office/officeart/2005/8/layout/hierarchy1"/>
    <dgm:cxn modelId="{46EB40DF-B775-EF49-ACBF-62C6BD094F25}" type="presParOf" srcId="{A1DD8C83-2D38-5545-B109-3E90D91149F0}" destId="{A2BA3843-EDD5-0C49-B140-AAB276D67C01}" srcOrd="0" destOrd="0" presId="urn:microsoft.com/office/officeart/2005/8/layout/hierarchy1"/>
    <dgm:cxn modelId="{FB724101-5DBF-7748-97FF-9F1E5B841081}" type="presParOf" srcId="{A2BA3843-EDD5-0C49-B140-AAB276D67C01}" destId="{854C7F96-E124-994F-8636-B47EA426B45C}" srcOrd="0" destOrd="0" presId="urn:microsoft.com/office/officeart/2005/8/layout/hierarchy1"/>
    <dgm:cxn modelId="{605058AF-28E3-E247-BB2A-0831251167C0}" type="presParOf" srcId="{A2BA3843-EDD5-0C49-B140-AAB276D67C01}" destId="{DE030128-9481-9644-8190-D6B450ECC07B}" srcOrd="1" destOrd="0" presId="urn:microsoft.com/office/officeart/2005/8/layout/hierarchy1"/>
    <dgm:cxn modelId="{1513FF09-817C-6845-AC14-58893AD2B7F0}" type="presParOf" srcId="{A1DD8C83-2D38-5545-B109-3E90D91149F0}" destId="{05E52724-0761-C945-9F8F-0CC10CA0E1AD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417606F-CBA4-4245-8104-0A457E52C4A2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1E4FA455-49F1-44B6-930A-5A4847F637BA}">
      <dgm:prSet/>
      <dgm:spPr/>
      <dgm:t>
        <a:bodyPr/>
        <a:lstStyle/>
        <a:p>
          <a:r>
            <a:rPr lang="pt-PT" dirty="0">
              <a:latin typeface="Calibri" panose="020F0502020204030204" pitchFamily="34" charset="0"/>
              <a:cs typeface="Calibri" panose="020F0502020204030204" pitchFamily="34" charset="0"/>
            </a:rPr>
            <a:t>Configuração de perfil, mesada e contas bancárias</a:t>
          </a:r>
          <a:endParaRPr lang="en-US" dirty="0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D79B5E2C-EAB7-4E1B-ADD1-06E85CE1D815}" type="parTrans" cxnId="{6E80F21E-4558-431E-A93C-63002599A746}">
      <dgm:prSet/>
      <dgm:spPr/>
      <dgm:t>
        <a:bodyPr/>
        <a:lstStyle/>
        <a:p>
          <a:endParaRPr lang="en-US"/>
        </a:p>
      </dgm:t>
    </dgm:pt>
    <dgm:pt modelId="{F3031844-49FD-4682-945A-CBEB01D24FE4}" type="sibTrans" cxnId="{6E80F21E-4558-431E-A93C-63002599A746}">
      <dgm:prSet/>
      <dgm:spPr/>
      <dgm:t>
        <a:bodyPr/>
        <a:lstStyle/>
        <a:p>
          <a:endParaRPr lang="en-US"/>
        </a:p>
      </dgm:t>
    </dgm:pt>
    <dgm:pt modelId="{FAB647DE-0BFF-4C0F-BC63-4FC537E3BBE4}">
      <dgm:prSet/>
      <dgm:spPr/>
      <dgm:t>
        <a:bodyPr/>
        <a:lstStyle/>
        <a:p>
          <a:r>
            <a:rPr lang="pt-PT" dirty="0">
              <a:latin typeface="Calibri" panose="020F0502020204030204" pitchFamily="34" charset="0"/>
              <a:cs typeface="Calibri" panose="020F0502020204030204" pitchFamily="34" charset="0"/>
            </a:rPr>
            <a:t>Painel de controlo de saldo, felicidade e vida social</a:t>
          </a:r>
          <a:endParaRPr lang="en-US" dirty="0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47AE1F59-A708-482F-885A-D80EFB79E18E}" type="parTrans" cxnId="{8BB76656-E0C5-4891-BE87-6CCDBDCF4172}">
      <dgm:prSet/>
      <dgm:spPr/>
      <dgm:t>
        <a:bodyPr/>
        <a:lstStyle/>
        <a:p>
          <a:endParaRPr lang="en-US"/>
        </a:p>
      </dgm:t>
    </dgm:pt>
    <dgm:pt modelId="{675A5A7F-07B1-4910-9B48-9D3EBA6C4862}" type="sibTrans" cxnId="{8BB76656-E0C5-4891-BE87-6CCDBDCF4172}">
      <dgm:prSet/>
      <dgm:spPr/>
      <dgm:t>
        <a:bodyPr/>
        <a:lstStyle/>
        <a:p>
          <a:endParaRPr lang="en-US"/>
        </a:p>
      </dgm:t>
    </dgm:pt>
    <dgm:pt modelId="{6CDE360B-A350-45CD-A30A-1941F39F9717}">
      <dgm:prSet/>
      <dgm:spPr/>
      <dgm:t>
        <a:bodyPr/>
        <a:lstStyle/>
        <a:p>
          <a:r>
            <a:rPr lang="pt-PT" dirty="0">
              <a:latin typeface="Calibri" panose="020F0502020204030204" pitchFamily="34" charset="0"/>
              <a:cs typeface="Calibri" panose="020F0502020204030204" pitchFamily="34" charset="0"/>
            </a:rPr>
            <a:t>Simulação de juros poupança</a:t>
          </a:r>
          <a:endParaRPr lang="en-US" dirty="0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A778AE6F-0898-4A43-B4EA-2558148BB3F3}" type="parTrans" cxnId="{957FE100-7F70-474E-9F90-B4C132E6DD10}">
      <dgm:prSet/>
      <dgm:spPr/>
      <dgm:t>
        <a:bodyPr/>
        <a:lstStyle/>
        <a:p>
          <a:endParaRPr lang="en-US"/>
        </a:p>
      </dgm:t>
    </dgm:pt>
    <dgm:pt modelId="{2474D287-328D-41AE-9967-740350290EC7}" type="sibTrans" cxnId="{957FE100-7F70-474E-9F90-B4C132E6DD10}">
      <dgm:prSet/>
      <dgm:spPr/>
      <dgm:t>
        <a:bodyPr/>
        <a:lstStyle/>
        <a:p>
          <a:endParaRPr lang="en-US"/>
        </a:p>
      </dgm:t>
    </dgm:pt>
    <dgm:pt modelId="{0F19E6F4-0480-44ED-8AF5-F21F6A9305DA}">
      <dgm:prSet/>
      <dgm:spPr/>
      <dgm:t>
        <a:bodyPr/>
        <a:lstStyle/>
        <a:p>
          <a:r>
            <a:rPr lang="pt-PT" dirty="0">
              <a:latin typeface="Calibri" panose="020F0502020204030204" pitchFamily="34" charset="0"/>
              <a:cs typeface="Calibri" panose="020F0502020204030204" pitchFamily="34" charset="0"/>
            </a:rPr>
            <a:t>Loja de consumo com categorias e restrições de idade</a:t>
          </a:r>
          <a:endParaRPr lang="en-US" dirty="0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C24BFF4D-C95C-4F2C-8B5B-4D520E84F3F4}" type="parTrans" cxnId="{0F1BB443-76E4-4E2C-9011-76E46E96E736}">
      <dgm:prSet/>
      <dgm:spPr/>
      <dgm:t>
        <a:bodyPr/>
        <a:lstStyle/>
        <a:p>
          <a:endParaRPr lang="en-US"/>
        </a:p>
      </dgm:t>
    </dgm:pt>
    <dgm:pt modelId="{F71D2DDB-46BC-4A58-8DF0-A986433BB534}" type="sibTrans" cxnId="{0F1BB443-76E4-4E2C-9011-76E46E96E736}">
      <dgm:prSet/>
      <dgm:spPr/>
      <dgm:t>
        <a:bodyPr/>
        <a:lstStyle/>
        <a:p>
          <a:endParaRPr lang="en-US"/>
        </a:p>
      </dgm:t>
    </dgm:pt>
    <dgm:pt modelId="{99A8FEFB-7DAE-4678-AC7C-95D9884D5EE6}">
      <dgm:prSet/>
      <dgm:spPr/>
      <dgm:t>
        <a:bodyPr/>
        <a:lstStyle/>
        <a:p>
          <a:r>
            <a:rPr lang="pt-PT" dirty="0">
              <a:latin typeface="Calibri" panose="020F0502020204030204" pitchFamily="34" charset="0"/>
              <a:cs typeface="Calibri" panose="020F0502020204030204" pitchFamily="34" charset="0"/>
            </a:rPr>
            <a:t>Definição de metas financeiras pessoais</a:t>
          </a:r>
          <a:endParaRPr lang="en-US" dirty="0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559411AA-7722-40CE-95FF-52E79A8736BD}" type="parTrans" cxnId="{EF7B5E7B-DC31-458C-A577-ACCDDBE8501E}">
      <dgm:prSet/>
      <dgm:spPr/>
      <dgm:t>
        <a:bodyPr/>
        <a:lstStyle/>
        <a:p>
          <a:endParaRPr lang="en-US"/>
        </a:p>
      </dgm:t>
    </dgm:pt>
    <dgm:pt modelId="{259840B8-F23E-48BC-9509-036D98E79E22}" type="sibTrans" cxnId="{EF7B5E7B-DC31-458C-A577-ACCDDBE8501E}">
      <dgm:prSet/>
      <dgm:spPr/>
      <dgm:t>
        <a:bodyPr/>
        <a:lstStyle/>
        <a:p>
          <a:endParaRPr lang="en-US"/>
        </a:p>
      </dgm:t>
    </dgm:pt>
    <dgm:pt modelId="{10E11F35-3397-4685-A06D-2BB43F586072}">
      <dgm:prSet/>
      <dgm:spPr/>
      <dgm:t>
        <a:bodyPr/>
        <a:lstStyle/>
        <a:p>
          <a:r>
            <a:rPr lang="pt-PT" dirty="0">
              <a:latin typeface="Calibri" panose="020F0502020204030204" pitchFamily="34" charset="0"/>
              <a:cs typeface="Calibri" panose="020F0502020204030204" pitchFamily="34" charset="0"/>
            </a:rPr>
            <a:t>Módulo de conquistas, troféus e resumo final</a:t>
          </a:r>
          <a:endParaRPr lang="en-US" dirty="0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EA211EA2-9A18-4BAB-9F1C-088BA5FFC4DC}" type="parTrans" cxnId="{9D146C8D-1234-4792-BCA2-B194B19BED64}">
      <dgm:prSet/>
      <dgm:spPr/>
      <dgm:t>
        <a:bodyPr/>
        <a:lstStyle/>
        <a:p>
          <a:endParaRPr lang="en-US"/>
        </a:p>
      </dgm:t>
    </dgm:pt>
    <dgm:pt modelId="{B46AEE72-E95C-4EB6-956E-65E2BCFDD7CD}" type="sibTrans" cxnId="{9D146C8D-1234-4792-BCA2-B194B19BED64}">
      <dgm:prSet/>
      <dgm:spPr/>
      <dgm:t>
        <a:bodyPr/>
        <a:lstStyle/>
        <a:p>
          <a:endParaRPr lang="en-US"/>
        </a:p>
      </dgm:t>
    </dgm:pt>
    <dgm:pt modelId="{37F88017-3B2E-4F82-A15B-6E7E14EA96BD}" type="pres">
      <dgm:prSet presAssocID="{B417606F-CBA4-4245-8104-0A457E52C4A2}" presName="root" presStyleCnt="0">
        <dgm:presLayoutVars>
          <dgm:dir/>
          <dgm:resizeHandles val="exact"/>
        </dgm:presLayoutVars>
      </dgm:prSet>
      <dgm:spPr/>
    </dgm:pt>
    <dgm:pt modelId="{9E4019B8-9F13-4FE8-B18C-EA9BBAC22FD0}" type="pres">
      <dgm:prSet presAssocID="{1E4FA455-49F1-44B6-930A-5A4847F637BA}" presName="compNode" presStyleCnt="0"/>
      <dgm:spPr/>
    </dgm:pt>
    <dgm:pt modelId="{3043FE96-923A-451A-ACFB-029905B450E2}" type="pres">
      <dgm:prSet presAssocID="{1E4FA455-49F1-44B6-930A-5A4847F637BA}" presName="bgRect" presStyleLbl="bgShp" presStyleIdx="0" presStyleCnt="6"/>
      <dgm:spPr/>
    </dgm:pt>
    <dgm:pt modelId="{381C7DEA-366E-4A0C-A2CC-F5F250F6EC86}" type="pres">
      <dgm:prSet presAssocID="{1E4FA455-49F1-44B6-930A-5A4847F637BA}" presName="iconRect" presStyleLbl="node1" presStyleIdx="0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tilizador"/>
        </a:ext>
      </dgm:extLst>
    </dgm:pt>
    <dgm:pt modelId="{2A5CA821-CF96-42D2-89E5-9084451154AF}" type="pres">
      <dgm:prSet presAssocID="{1E4FA455-49F1-44B6-930A-5A4847F637BA}" presName="spaceRect" presStyleCnt="0"/>
      <dgm:spPr/>
    </dgm:pt>
    <dgm:pt modelId="{4AA34A01-5DE2-45EE-BCF0-AF9B36B933C5}" type="pres">
      <dgm:prSet presAssocID="{1E4FA455-49F1-44B6-930A-5A4847F637BA}" presName="parTx" presStyleLbl="revTx" presStyleIdx="0" presStyleCnt="6">
        <dgm:presLayoutVars>
          <dgm:chMax val="0"/>
          <dgm:chPref val="0"/>
        </dgm:presLayoutVars>
      </dgm:prSet>
      <dgm:spPr/>
    </dgm:pt>
    <dgm:pt modelId="{EE6F229E-F8A6-40CB-9BF3-AF35B8847B42}" type="pres">
      <dgm:prSet presAssocID="{F3031844-49FD-4682-945A-CBEB01D24FE4}" presName="sibTrans" presStyleCnt="0"/>
      <dgm:spPr/>
    </dgm:pt>
    <dgm:pt modelId="{904D9158-5459-41C2-A597-CD7AF40BC0A7}" type="pres">
      <dgm:prSet presAssocID="{FAB647DE-0BFF-4C0F-BC63-4FC537E3BBE4}" presName="compNode" presStyleCnt="0"/>
      <dgm:spPr/>
    </dgm:pt>
    <dgm:pt modelId="{7E084AC7-D326-40EC-91F6-95151FBE30DC}" type="pres">
      <dgm:prSet presAssocID="{FAB647DE-0BFF-4C0F-BC63-4FC537E3BBE4}" presName="bgRect" presStyleLbl="bgShp" presStyleIdx="1" presStyleCnt="6"/>
      <dgm:spPr/>
    </dgm:pt>
    <dgm:pt modelId="{0AB79AEB-8DEC-4C4C-81D8-CC95DFDC8955}" type="pres">
      <dgm:prSet presAssocID="{FAB647DE-0BFF-4C0F-BC63-4FC537E3BBE4}" presName="iconRect" presStyleLbl="node1" presStyleIdx="1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cales of Justice"/>
        </a:ext>
      </dgm:extLst>
    </dgm:pt>
    <dgm:pt modelId="{AEAB3313-D517-48CA-B8A7-1BD50A5013B5}" type="pres">
      <dgm:prSet presAssocID="{FAB647DE-0BFF-4C0F-BC63-4FC537E3BBE4}" presName="spaceRect" presStyleCnt="0"/>
      <dgm:spPr/>
    </dgm:pt>
    <dgm:pt modelId="{C6E98C6A-C9D3-4F79-80DD-E2463184C7A8}" type="pres">
      <dgm:prSet presAssocID="{FAB647DE-0BFF-4C0F-BC63-4FC537E3BBE4}" presName="parTx" presStyleLbl="revTx" presStyleIdx="1" presStyleCnt="6">
        <dgm:presLayoutVars>
          <dgm:chMax val="0"/>
          <dgm:chPref val="0"/>
        </dgm:presLayoutVars>
      </dgm:prSet>
      <dgm:spPr/>
    </dgm:pt>
    <dgm:pt modelId="{33CE30ED-41FB-4A28-9FE6-DA4EFC6C046C}" type="pres">
      <dgm:prSet presAssocID="{675A5A7F-07B1-4910-9B48-9D3EBA6C4862}" presName="sibTrans" presStyleCnt="0"/>
      <dgm:spPr/>
    </dgm:pt>
    <dgm:pt modelId="{31E458DE-501D-41A4-8659-483ABBB0BDA0}" type="pres">
      <dgm:prSet presAssocID="{6CDE360B-A350-45CD-A30A-1941F39F9717}" presName="compNode" presStyleCnt="0"/>
      <dgm:spPr/>
    </dgm:pt>
    <dgm:pt modelId="{3D9613BA-BAA5-4A8F-BBEF-2A6DC4E8F193}" type="pres">
      <dgm:prSet presAssocID="{6CDE360B-A350-45CD-A30A-1941F39F9717}" presName="bgRect" presStyleLbl="bgShp" presStyleIdx="2" presStyleCnt="6"/>
      <dgm:spPr/>
    </dgm:pt>
    <dgm:pt modelId="{74FDE3F0-40E6-481C-8A36-63360E8B0AC5}" type="pres">
      <dgm:prSet presAssocID="{6CDE360B-A350-45CD-A30A-1941F39F9717}" presName="iconRect" presStyleLbl="node1" presStyleIdx="2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wnload from cloud"/>
        </a:ext>
      </dgm:extLst>
    </dgm:pt>
    <dgm:pt modelId="{8400AA3A-B967-44C8-B855-F3F4FC1CF54A}" type="pres">
      <dgm:prSet presAssocID="{6CDE360B-A350-45CD-A30A-1941F39F9717}" presName="spaceRect" presStyleCnt="0"/>
      <dgm:spPr/>
    </dgm:pt>
    <dgm:pt modelId="{4EAF6189-62EC-4026-8B8D-7620D1341B25}" type="pres">
      <dgm:prSet presAssocID="{6CDE360B-A350-45CD-A30A-1941F39F9717}" presName="parTx" presStyleLbl="revTx" presStyleIdx="2" presStyleCnt="6">
        <dgm:presLayoutVars>
          <dgm:chMax val="0"/>
          <dgm:chPref val="0"/>
        </dgm:presLayoutVars>
      </dgm:prSet>
      <dgm:spPr/>
    </dgm:pt>
    <dgm:pt modelId="{52ED540C-FF35-465D-BFC4-F469AE2A7F12}" type="pres">
      <dgm:prSet presAssocID="{2474D287-328D-41AE-9967-740350290EC7}" presName="sibTrans" presStyleCnt="0"/>
      <dgm:spPr/>
    </dgm:pt>
    <dgm:pt modelId="{4BFB10C2-2E3C-4974-AB13-441CBEC834BA}" type="pres">
      <dgm:prSet presAssocID="{0F19E6F4-0480-44ED-8AF5-F21F6A9305DA}" presName="compNode" presStyleCnt="0"/>
      <dgm:spPr/>
    </dgm:pt>
    <dgm:pt modelId="{107FC243-3C36-4593-B362-D31DDBB236C5}" type="pres">
      <dgm:prSet presAssocID="{0F19E6F4-0480-44ED-8AF5-F21F6A9305DA}" presName="bgRect" presStyleLbl="bgShp" presStyleIdx="3" presStyleCnt="6"/>
      <dgm:spPr/>
    </dgm:pt>
    <dgm:pt modelId="{1768E2BB-F136-4F24-8E91-0EFFDE243C5C}" type="pres">
      <dgm:prSet presAssocID="{0F19E6F4-0480-44ED-8AF5-F21F6A9305DA}" presName="iconRect" presStyleLbl="node1" presStyleIdx="3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nheiro"/>
        </a:ext>
      </dgm:extLst>
    </dgm:pt>
    <dgm:pt modelId="{E7686F76-1106-497F-9640-7F07A84747AC}" type="pres">
      <dgm:prSet presAssocID="{0F19E6F4-0480-44ED-8AF5-F21F6A9305DA}" presName="spaceRect" presStyleCnt="0"/>
      <dgm:spPr/>
    </dgm:pt>
    <dgm:pt modelId="{C3092C4B-C43D-462D-80A3-1D227A58E1A2}" type="pres">
      <dgm:prSet presAssocID="{0F19E6F4-0480-44ED-8AF5-F21F6A9305DA}" presName="parTx" presStyleLbl="revTx" presStyleIdx="3" presStyleCnt="6">
        <dgm:presLayoutVars>
          <dgm:chMax val="0"/>
          <dgm:chPref val="0"/>
        </dgm:presLayoutVars>
      </dgm:prSet>
      <dgm:spPr/>
    </dgm:pt>
    <dgm:pt modelId="{8D5F0D46-2EE0-4AF4-B5BC-DE32CC626570}" type="pres">
      <dgm:prSet presAssocID="{F71D2DDB-46BC-4A58-8DF0-A986433BB534}" presName="sibTrans" presStyleCnt="0"/>
      <dgm:spPr/>
    </dgm:pt>
    <dgm:pt modelId="{C8E634BE-C3AF-467F-9345-E55C48D825F1}" type="pres">
      <dgm:prSet presAssocID="{99A8FEFB-7DAE-4678-AC7C-95D9884D5EE6}" presName="compNode" presStyleCnt="0"/>
      <dgm:spPr/>
    </dgm:pt>
    <dgm:pt modelId="{B10BA638-026F-492F-A7D4-5557D5409502}" type="pres">
      <dgm:prSet presAssocID="{99A8FEFB-7DAE-4678-AC7C-95D9884D5EE6}" presName="bgRect" presStyleLbl="bgShp" presStyleIdx="4" presStyleCnt="6"/>
      <dgm:spPr/>
    </dgm:pt>
    <dgm:pt modelId="{617C5C8B-35E7-4D40-B18E-733FD307BDEC}" type="pres">
      <dgm:prSet presAssocID="{99A8FEFB-7DAE-4678-AC7C-95D9884D5EE6}" presName="iconRect" presStyleLbl="node1" presStyleIdx="4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lvo"/>
        </a:ext>
      </dgm:extLst>
    </dgm:pt>
    <dgm:pt modelId="{0A7A990F-38E1-4723-B720-057E8A2D9BFA}" type="pres">
      <dgm:prSet presAssocID="{99A8FEFB-7DAE-4678-AC7C-95D9884D5EE6}" presName="spaceRect" presStyleCnt="0"/>
      <dgm:spPr/>
    </dgm:pt>
    <dgm:pt modelId="{D63B5929-46D9-45DB-BF2C-B58C1B57708E}" type="pres">
      <dgm:prSet presAssocID="{99A8FEFB-7DAE-4678-AC7C-95D9884D5EE6}" presName="parTx" presStyleLbl="revTx" presStyleIdx="4" presStyleCnt="6">
        <dgm:presLayoutVars>
          <dgm:chMax val="0"/>
          <dgm:chPref val="0"/>
        </dgm:presLayoutVars>
      </dgm:prSet>
      <dgm:spPr/>
    </dgm:pt>
    <dgm:pt modelId="{51EBA58C-420C-4469-B682-F82A1D3272A3}" type="pres">
      <dgm:prSet presAssocID="{259840B8-F23E-48BC-9509-036D98E79E22}" presName="sibTrans" presStyleCnt="0"/>
      <dgm:spPr/>
    </dgm:pt>
    <dgm:pt modelId="{0438C044-3391-49E2-B852-89AF2203368C}" type="pres">
      <dgm:prSet presAssocID="{10E11F35-3397-4685-A06D-2BB43F586072}" presName="compNode" presStyleCnt="0"/>
      <dgm:spPr/>
    </dgm:pt>
    <dgm:pt modelId="{FB1FF9DB-F2DD-4299-AC74-6B4382FCA64C}" type="pres">
      <dgm:prSet presAssocID="{10E11F35-3397-4685-A06D-2BB43F586072}" presName="bgRect" presStyleLbl="bgShp" presStyleIdx="5" presStyleCnt="6"/>
      <dgm:spPr/>
    </dgm:pt>
    <dgm:pt modelId="{1A6989C4-8FC6-4A3B-A68C-ED23FD0FB731}" type="pres">
      <dgm:prSet presAssocID="{10E11F35-3397-4685-A06D-2BB43F586072}" presName="iconRect" presStyleLbl="node1" presStyleIdx="5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roféu"/>
        </a:ext>
      </dgm:extLst>
    </dgm:pt>
    <dgm:pt modelId="{3E64249E-561C-4DA7-ADDF-B8CC176F70E5}" type="pres">
      <dgm:prSet presAssocID="{10E11F35-3397-4685-A06D-2BB43F586072}" presName="spaceRect" presStyleCnt="0"/>
      <dgm:spPr/>
    </dgm:pt>
    <dgm:pt modelId="{E02A816C-852F-419A-B452-829FA4885C29}" type="pres">
      <dgm:prSet presAssocID="{10E11F35-3397-4685-A06D-2BB43F586072}" presName="parTx" presStyleLbl="revTx" presStyleIdx="5" presStyleCnt="6">
        <dgm:presLayoutVars>
          <dgm:chMax val="0"/>
          <dgm:chPref val="0"/>
        </dgm:presLayoutVars>
      </dgm:prSet>
      <dgm:spPr/>
    </dgm:pt>
  </dgm:ptLst>
  <dgm:cxnLst>
    <dgm:cxn modelId="{957FE100-7F70-474E-9F90-B4C132E6DD10}" srcId="{B417606F-CBA4-4245-8104-0A457E52C4A2}" destId="{6CDE360B-A350-45CD-A30A-1941F39F9717}" srcOrd="2" destOrd="0" parTransId="{A778AE6F-0898-4A43-B4EA-2558148BB3F3}" sibTransId="{2474D287-328D-41AE-9967-740350290EC7}"/>
    <dgm:cxn modelId="{6E80F21E-4558-431E-A93C-63002599A746}" srcId="{B417606F-CBA4-4245-8104-0A457E52C4A2}" destId="{1E4FA455-49F1-44B6-930A-5A4847F637BA}" srcOrd="0" destOrd="0" parTransId="{D79B5E2C-EAB7-4E1B-ADD1-06E85CE1D815}" sibTransId="{F3031844-49FD-4682-945A-CBEB01D24FE4}"/>
    <dgm:cxn modelId="{D7B39A3C-B50B-4B69-A6CB-85C14644EC2C}" type="presOf" srcId="{99A8FEFB-7DAE-4678-AC7C-95D9884D5EE6}" destId="{D63B5929-46D9-45DB-BF2C-B58C1B57708E}" srcOrd="0" destOrd="0" presId="urn:microsoft.com/office/officeart/2018/2/layout/IconVerticalSolidList"/>
    <dgm:cxn modelId="{0F1BB443-76E4-4E2C-9011-76E46E96E736}" srcId="{B417606F-CBA4-4245-8104-0A457E52C4A2}" destId="{0F19E6F4-0480-44ED-8AF5-F21F6A9305DA}" srcOrd="3" destOrd="0" parTransId="{C24BFF4D-C95C-4F2C-8B5B-4D520E84F3F4}" sibTransId="{F71D2DDB-46BC-4A58-8DF0-A986433BB534}"/>
    <dgm:cxn modelId="{A4908745-3046-4451-961B-F2B32343F3E5}" type="presOf" srcId="{1E4FA455-49F1-44B6-930A-5A4847F637BA}" destId="{4AA34A01-5DE2-45EE-BCF0-AF9B36B933C5}" srcOrd="0" destOrd="0" presId="urn:microsoft.com/office/officeart/2018/2/layout/IconVerticalSolidList"/>
    <dgm:cxn modelId="{8BB76656-E0C5-4891-BE87-6CCDBDCF4172}" srcId="{B417606F-CBA4-4245-8104-0A457E52C4A2}" destId="{FAB647DE-0BFF-4C0F-BC63-4FC537E3BBE4}" srcOrd="1" destOrd="0" parTransId="{47AE1F59-A708-482F-885A-D80EFB79E18E}" sibTransId="{675A5A7F-07B1-4910-9B48-9D3EBA6C4862}"/>
    <dgm:cxn modelId="{444FA864-3E1B-4746-8E03-ECCFE26EDBD0}" type="presOf" srcId="{FAB647DE-0BFF-4C0F-BC63-4FC537E3BBE4}" destId="{C6E98C6A-C9D3-4F79-80DD-E2463184C7A8}" srcOrd="0" destOrd="0" presId="urn:microsoft.com/office/officeart/2018/2/layout/IconVerticalSolidList"/>
    <dgm:cxn modelId="{EF7B5E7B-DC31-458C-A577-ACCDDBE8501E}" srcId="{B417606F-CBA4-4245-8104-0A457E52C4A2}" destId="{99A8FEFB-7DAE-4678-AC7C-95D9884D5EE6}" srcOrd="4" destOrd="0" parTransId="{559411AA-7722-40CE-95FF-52E79A8736BD}" sibTransId="{259840B8-F23E-48BC-9509-036D98E79E22}"/>
    <dgm:cxn modelId="{F5CD187C-A404-4E9B-A906-721F7ECCBC48}" type="presOf" srcId="{10E11F35-3397-4685-A06D-2BB43F586072}" destId="{E02A816C-852F-419A-B452-829FA4885C29}" srcOrd="0" destOrd="0" presId="urn:microsoft.com/office/officeart/2018/2/layout/IconVerticalSolidList"/>
    <dgm:cxn modelId="{8FE7FE8C-9A26-478B-9255-9E3005AC5B17}" type="presOf" srcId="{B417606F-CBA4-4245-8104-0A457E52C4A2}" destId="{37F88017-3B2E-4F82-A15B-6E7E14EA96BD}" srcOrd="0" destOrd="0" presId="urn:microsoft.com/office/officeart/2018/2/layout/IconVerticalSolidList"/>
    <dgm:cxn modelId="{9D146C8D-1234-4792-BCA2-B194B19BED64}" srcId="{B417606F-CBA4-4245-8104-0A457E52C4A2}" destId="{10E11F35-3397-4685-A06D-2BB43F586072}" srcOrd="5" destOrd="0" parTransId="{EA211EA2-9A18-4BAB-9F1C-088BA5FFC4DC}" sibTransId="{B46AEE72-E95C-4EB6-956E-65E2BCFDD7CD}"/>
    <dgm:cxn modelId="{96A3A797-2F41-4584-AE9B-F73878F0AEF4}" type="presOf" srcId="{0F19E6F4-0480-44ED-8AF5-F21F6A9305DA}" destId="{C3092C4B-C43D-462D-80A3-1D227A58E1A2}" srcOrd="0" destOrd="0" presId="urn:microsoft.com/office/officeart/2018/2/layout/IconVerticalSolidList"/>
    <dgm:cxn modelId="{51F16FC0-9D68-4EC6-BB90-21FF35552C09}" type="presOf" srcId="{6CDE360B-A350-45CD-A30A-1941F39F9717}" destId="{4EAF6189-62EC-4026-8B8D-7620D1341B25}" srcOrd="0" destOrd="0" presId="urn:microsoft.com/office/officeart/2018/2/layout/IconVerticalSolidList"/>
    <dgm:cxn modelId="{508327D1-E3C6-4220-8095-17B9EEEDEEDE}" type="presParOf" srcId="{37F88017-3B2E-4F82-A15B-6E7E14EA96BD}" destId="{9E4019B8-9F13-4FE8-B18C-EA9BBAC22FD0}" srcOrd="0" destOrd="0" presId="urn:microsoft.com/office/officeart/2018/2/layout/IconVerticalSolidList"/>
    <dgm:cxn modelId="{75C289F0-BDAF-4953-8E5D-EE8E726F6129}" type="presParOf" srcId="{9E4019B8-9F13-4FE8-B18C-EA9BBAC22FD0}" destId="{3043FE96-923A-451A-ACFB-029905B450E2}" srcOrd="0" destOrd="0" presId="urn:microsoft.com/office/officeart/2018/2/layout/IconVerticalSolidList"/>
    <dgm:cxn modelId="{37B53B8D-7254-4AAE-9524-5980C045BB2A}" type="presParOf" srcId="{9E4019B8-9F13-4FE8-B18C-EA9BBAC22FD0}" destId="{381C7DEA-366E-4A0C-A2CC-F5F250F6EC86}" srcOrd="1" destOrd="0" presId="urn:microsoft.com/office/officeart/2018/2/layout/IconVerticalSolidList"/>
    <dgm:cxn modelId="{44F3F0C2-3594-4621-8709-51A4DBB5A54B}" type="presParOf" srcId="{9E4019B8-9F13-4FE8-B18C-EA9BBAC22FD0}" destId="{2A5CA821-CF96-42D2-89E5-9084451154AF}" srcOrd="2" destOrd="0" presId="urn:microsoft.com/office/officeart/2018/2/layout/IconVerticalSolidList"/>
    <dgm:cxn modelId="{ABFC2701-7FCB-4435-87A0-D29EE60FB675}" type="presParOf" srcId="{9E4019B8-9F13-4FE8-B18C-EA9BBAC22FD0}" destId="{4AA34A01-5DE2-45EE-BCF0-AF9B36B933C5}" srcOrd="3" destOrd="0" presId="urn:microsoft.com/office/officeart/2018/2/layout/IconVerticalSolidList"/>
    <dgm:cxn modelId="{F0C9CDA8-ED82-4B01-8AE5-62AA398E38A2}" type="presParOf" srcId="{37F88017-3B2E-4F82-A15B-6E7E14EA96BD}" destId="{EE6F229E-F8A6-40CB-9BF3-AF35B8847B42}" srcOrd="1" destOrd="0" presId="urn:microsoft.com/office/officeart/2018/2/layout/IconVerticalSolidList"/>
    <dgm:cxn modelId="{CAB97216-B3BD-44FD-A1B8-DDBA92C61BEA}" type="presParOf" srcId="{37F88017-3B2E-4F82-A15B-6E7E14EA96BD}" destId="{904D9158-5459-41C2-A597-CD7AF40BC0A7}" srcOrd="2" destOrd="0" presId="urn:microsoft.com/office/officeart/2018/2/layout/IconVerticalSolidList"/>
    <dgm:cxn modelId="{6814BF5E-B624-4BF5-B7B5-54AD60AA0F28}" type="presParOf" srcId="{904D9158-5459-41C2-A597-CD7AF40BC0A7}" destId="{7E084AC7-D326-40EC-91F6-95151FBE30DC}" srcOrd="0" destOrd="0" presId="urn:microsoft.com/office/officeart/2018/2/layout/IconVerticalSolidList"/>
    <dgm:cxn modelId="{690886A7-0413-42EC-BE2B-04C015BA9036}" type="presParOf" srcId="{904D9158-5459-41C2-A597-CD7AF40BC0A7}" destId="{0AB79AEB-8DEC-4C4C-81D8-CC95DFDC8955}" srcOrd="1" destOrd="0" presId="urn:microsoft.com/office/officeart/2018/2/layout/IconVerticalSolidList"/>
    <dgm:cxn modelId="{B3C8008B-0035-4BB8-915E-C01E8E453F70}" type="presParOf" srcId="{904D9158-5459-41C2-A597-CD7AF40BC0A7}" destId="{AEAB3313-D517-48CA-B8A7-1BD50A5013B5}" srcOrd="2" destOrd="0" presId="urn:microsoft.com/office/officeart/2018/2/layout/IconVerticalSolidList"/>
    <dgm:cxn modelId="{17FF084C-273E-4067-8491-180D48115120}" type="presParOf" srcId="{904D9158-5459-41C2-A597-CD7AF40BC0A7}" destId="{C6E98C6A-C9D3-4F79-80DD-E2463184C7A8}" srcOrd="3" destOrd="0" presId="urn:microsoft.com/office/officeart/2018/2/layout/IconVerticalSolidList"/>
    <dgm:cxn modelId="{D1F248A1-F74B-4071-929D-8C261E3B486A}" type="presParOf" srcId="{37F88017-3B2E-4F82-A15B-6E7E14EA96BD}" destId="{33CE30ED-41FB-4A28-9FE6-DA4EFC6C046C}" srcOrd="3" destOrd="0" presId="urn:microsoft.com/office/officeart/2018/2/layout/IconVerticalSolidList"/>
    <dgm:cxn modelId="{CA512FE2-F6AD-42F5-8830-90965B2F52FC}" type="presParOf" srcId="{37F88017-3B2E-4F82-A15B-6E7E14EA96BD}" destId="{31E458DE-501D-41A4-8659-483ABBB0BDA0}" srcOrd="4" destOrd="0" presId="urn:microsoft.com/office/officeart/2018/2/layout/IconVerticalSolidList"/>
    <dgm:cxn modelId="{34FBAD42-37DF-4C4A-A9BC-8FF88CD261C3}" type="presParOf" srcId="{31E458DE-501D-41A4-8659-483ABBB0BDA0}" destId="{3D9613BA-BAA5-4A8F-BBEF-2A6DC4E8F193}" srcOrd="0" destOrd="0" presId="urn:microsoft.com/office/officeart/2018/2/layout/IconVerticalSolidList"/>
    <dgm:cxn modelId="{EEB3E5C5-3EF1-4B08-87D3-54135ED756C2}" type="presParOf" srcId="{31E458DE-501D-41A4-8659-483ABBB0BDA0}" destId="{74FDE3F0-40E6-481C-8A36-63360E8B0AC5}" srcOrd="1" destOrd="0" presId="urn:microsoft.com/office/officeart/2018/2/layout/IconVerticalSolidList"/>
    <dgm:cxn modelId="{05E761DB-1DA4-4F9F-B5C1-BD6C79F381DB}" type="presParOf" srcId="{31E458DE-501D-41A4-8659-483ABBB0BDA0}" destId="{8400AA3A-B967-44C8-B855-F3F4FC1CF54A}" srcOrd="2" destOrd="0" presId="urn:microsoft.com/office/officeart/2018/2/layout/IconVerticalSolidList"/>
    <dgm:cxn modelId="{8634FC28-584E-4F54-A706-FBEF8FE81CC6}" type="presParOf" srcId="{31E458DE-501D-41A4-8659-483ABBB0BDA0}" destId="{4EAF6189-62EC-4026-8B8D-7620D1341B25}" srcOrd="3" destOrd="0" presId="urn:microsoft.com/office/officeart/2018/2/layout/IconVerticalSolidList"/>
    <dgm:cxn modelId="{97C73242-B7D1-4A17-949D-2E77D3659C85}" type="presParOf" srcId="{37F88017-3B2E-4F82-A15B-6E7E14EA96BD}" destId="{52ED540C-FF35-465D-BFC4-F469AE2A7F12}" srcOrd="5" destOrd="0" presId="urn:microsoft.com/office/officeart/2018/2/layout/IconVerticalSolidList"/>
    <dgm:cxn modelId="{C6AD052E-C3EE-457A-8A74-2110B37E1D48}" type="presParOf" srcId="{37F88017-3B2E-4F82-A15B-6E7E14EA96BD}" destId="{4BFB10C2-2E3C-4974-AB13-441CBEC834BA}" srcOrd="6" destOrd="0" presId="urn:microsoft.com/office/officeart/2018/2/layout/IconVerticalSolidList"/>
    <dgm:cxn modelId="{463970AD-0E7F-43D5-ACEC-7FD6A69412DE}" type="presParOf" srcId="{4BFB10C2-2E3C-4974-AB13-441CBEC834BA}" destId="{107FC243-3C36-4593-B362-D31DDBB236C5}" srcOrd="0" destOrd="0" presId="urn:microsoft.com/office/officeart/2018/2/layout/IconVerticalSolidList"/>
    <dgm:cxn modelId="{34821A7A-FA24-48F6-8586-E3E1E2FB16DF}" type="presParOf" srcId="{4BFB10C2-2E3C-4974-AB13-441CBEC834BA}" destId="{1768E2BB-F136-4F24-8E91-0EFFDE243C5C}" srcOrd="1" destOrd="0" presId="urn:microsoft.com/office/officeart/2018/2/layout/IconVerticalSolidList"/>
    <dgm:cxn modelId="{82316984-4766-4F6A-A719-548596E94567}" type="presParOf" srcId="{4BFB10C2-2E3C-4974-AB13-441CBEC834BA}" destId="{E7686F76-1106-497F-9640-7F07A84747AC}" srcOrd="2" destOrd="0" presId="urn:microsoft.com/office/officeart/2018/2/layout/IconVerticalSolidList"/>
    <dgm:cxn modelId="{B378580C-99E8-4BA5-B545-C09ACFB76099}" type="presParOf" srcId="{4BFB10C2-2E3C-4974-AB13-441CBEC834BA}" destId="{C3092C4B-C43D-462D-80A3-1D227A58E1A2}" srcOrd="3" destOrd="0" presId="urn:microsoft.com/office/officeart/2018/2/layout/IconVerticalSolidList"/>
    <dgm:cxn modelId="{93CD5DC3-D286-4E6B-A660-887F8F209244}" type="presParOf" srcId="{37F88017-3B2E-4F82-A15B-6E7E14EA96BD}" destId="{8D5F0D46-2EE0-4AF4-B5BC-DE32CC626570}" srcOrd="7" destOrd="0" presId="urn:microsoft.com/office/officeart/2018/2/layout/IconVerticalSolidList"/>
    <dgm:cxn modelId="{8BBF8160-9000-49C8-8B9A-7F5DA7FBDCE1}" type="presParOf" srcId="{37F88017-3B2E-4F82-A15B-6E7E14EA96BD}" destId="{C8E634BE-C3AF-467F-9345-E55C48D825F1}" srcOrd="8" destOrd="0" presId="urn:microsoft.com/office/officeart/2018/2/layout/IconVerticalSolidList"/>
    <dgm:cxn modelId="{53B7953A-5E4F-47A3-B82B-34C963EAC3FF}" type="presParOf" srcId="{C8E634BE-C3AF-467F-9345-E55C48D825F1}" destId="{B10BA638-026F-492F-A7D4-5557D5409502}" srcOrd="0" destOrd="0" presId="urn:microsoft.com/office/officeart/2018/2/layout/IconVerticalSolidList"/>
    <dgm:cxn modelId="{03C09947-921E-47C9-8D4D-71F66E320F51}" type="presParOf" srcId="{C8E634BE-C3AF-467F-9345-E55C48D825F1}" destId="{617C5C8B-35E7-4D40-B18E-733FD307BDEC}" srcOrd="1" destOrd="0" presId="urn:microsoft.com/office/officeart/2018/2/layout/IconVerticalSolidList"/>
    <dgm:cxn modelId="{5A1D1730-0492-4563-9F63-A20E39A91E52}" type="presParOf" srcId="{C8E634BE-C3AF-467F-9345-E55C48D825F1}" destId="{0A7A990F-38E1-4723-B720-057E8A2D9BFA}" srcOrd="2" destOrd="0" presId="urn:microsoft.com/office/officeart/2018/2/layout/IconVerticalSolidList"/>
    <dgm:cxn modelId="{25718C99-131A-445D-841D-FF6955EA0E6A}" type="presParOf" srcId="{C8E634BE-C3AF-467F-9345-E55C48D825F1}" destId="{D63B5929-46D9-45DB-BF2C-B58C1B57708E}" srcOrd="3" destOrd="0" presId="urn:microsoft.com/office/officeart/2018/2/layout/IconVerticalSolidList"/>
    <dgm:cxn modelId="{29CF38CB-90A5-460E-8170-6C0D68147858}" type="presParOf" srcId="{37F88017-3B2E-4F82-A15B-6E7E14EA96BD}" destId="{51EBA58C-420C-4469-B682-F82A1D3272A3}" srcOrd="9" destOrd="0" presId="urn:microsoft.com/office/officeart/2018/2/layout/IconVerticalSolidList"/>
    <dgm:cxn modelId="{72D956D6-D51E-411F-9E48-BC986A95912A}" type="presParOf" srcId="{37F88017-3B2E-4F82-A15B-6E7E14EA96BD}" destId="{0438C044-3391-49E2-B852-89AF2203368C}" srcOrd="10" destOrd="0" presId="urn:microsoft.com/office/officeart/2018/2/layout/IconVerticalSolidList"/>
    <dgm:cxn modelId="{9EFAC613-5C11-459A-B085-CAA263779ACC}" type="presParOf" srcId="{0438C044-3391-49E2-B852-89AF2203368C}" destId="{FB1FF9DB-F2DD-4299-AC74-6B4382FCA64C}" srcOrd="0" destOrd="0" presId="urn:microsoft.com/office/officeart/2018/2/layout/IconVerticalSolidList"/>
    <dgm:cxn modelId="{3D5B0C17-97A5-48C6-ABAE-E33687FB7807}" type="presParOf" srcId="{0438C044-3391-49E2-B852-89AF2203368C}" destId="{1A6989C4-8FC6-4A3B-A68C-ED23FD0FB731}" srcOrd="1" destOrd="0" presId="urn:microsoft.com/office/officeart/2018/2/layout/IconVerticalSolidList"/>
    <dgm:cxn modelId="{5C2E6765-47F8-4AD0-803E-75AFBBC9343B}" type="presParOf" srcId="{0438C044-3391-49E2-B852-89AF2203368C}" destId="{3E64249E-561C-4DA7-ADDF-B8CC176F70E5}" srcOrd="2" destOrd="0" presId="urn:microsoft.com/office/officeart/2018/2/layout/IconVerticalSolidList"/>
    <dgm:cxn modelId="{EF3C78D9-42C7-47DF-99A5-9586BDF397A3}" type="presParOf" srcId="{0438C044-3391-49E2-B852-89AF2203368C}" destId="{E02A816C-852F-419A-B452-829FA4885C29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4976038-C2A4-C74F-82AF-1A6A1DCFA7B4}">
      <dsp:nvSpPr>
        <dsp:cNvPr id="0" name=""/>
        <dsp:cNvSpPr/>
      </dsp:nvSpPr>
      <dsp:spPr>
        <a:xfrm>
          <a:off x="0" y="524133"/>
          <a:ext cx="2918936" cy="1853524"/>
        </a:xfrm>
        <a:prstGeom prst="roundRect">
          <a:avLst>
            <a:gd name="adj" fmla="val 10000"/>
          </a:avLst>
        </a:prstGeom>
        <a:solidFill>
          <a:srgbClr val="0045AA"/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64545EB-84E2-8B4F-BFE7-8AE4893FC71B}">
      <dsp:nvSpPr>
        <dsp:cNvPr id="0" name=""/>
        <dsp:cNvSpPr/>
      </dsp:nvSpPr>
      <dsp:spPr>
        <a:xfrm>
          <a:off x="324326" y="832243"/>
          <a:ext cx="2918936" cy="1853524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2700" b="1" kern="1200" dirty="0"/>
            <a:t>Criar uma plataforma interativa de treino financeiro</a:t>
          </a:r>
          <a:endParaRPr lang="en-US" sz="2700" kern="1200" dirty="0"/>
        </a:p>
      </dsp:txBody>
      <dsp:txXfrm>
        <a:off x="378614" y="886531"/>
        <a:ext cx="2810360" cy="1744948"/>
      </dsp:txXfrm>
    </dsp:sp>
    <dsp:sp modelId="{9F1B09EF-A76C-D24A-85B6-C547116AD04D}">
      <dsp:nvSpPr>
        <dsp:cNvPr id="0" name=""/>
        <dsp:cNvSpPr/>
      </dsp:nvSpPr>
      <dsp:spPr>
        <a:xfrm>
          <a:off x="3567588" y="524133"/>
          <a:ext cx="2918936" cy="1853524"/>
        </a:xfrm>
        <a:prstGeom prst="roundRect">
          <a:avLst>
            <a:gd name="adj" fmla="val 10000"/>
          </a:avLst>
        </a:prstGeom>
        <a:solidFill>
          <a:srgbClr val="0045AA"/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E363F07-7354-E146-917E-7B3BF97883BB}">
      <dsp:nvSpPr>
        <dsp:cNvPr id="0" name=""/>
        <dsp:cNvSpPr/>
      </dsp:nvSpPr>
      <dsp:spPr>
        <a:xfrm>
          <a:off x="3891915" y="832243"/>
          <a:ext cx="2918936" cy="1853524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2700" b="1" kern="1200"/>
            <a:t>Simular a gestão real da vida adulta</a:t>
          </a:r>
          <a:endParaRPr lang="en-US" sz="2700" kern="1200"/>
        </a:p>
      </dsp:txBody>
      <dsp:txXfrm>
        <a:off x="3946203" y="886531"/>
        <a:ext cx="2810360" cy="1744948"/>
      </dsp:txXfrm>
    </dsp:sp>
    <dsp:sp modelId="{854C7F96-E124-994F-8636-B47EA426B45C}">
      <dsp:nvSpPr>
        <dsp:cNvPr id="0" name=""/>
        <dsp:cNvSpPr/>
      </dsp:nvSpPr>
      <dsp:spPr>
        <a:xfrm>
          <a:off x="7135177" y="524133"/>
          <a:ext cx="2918936" cy="1853524"/>
        </a:xfrm>
        <a:prstGeom prst="roundRect">
          <a:avLst>
            <a:gd name="adj" fmla="val 10000"/>
          </a:avLst>
        </a:prstGeom>
        <a:solidFill>
          <a:srgbClr val="0045AA"/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E030128-9481-9644-8190-D6B450ECC07B}">
      <dsp:nvSpPr>
        <dsp:cNvPr id="0" name=""/>
        <dsp:cNvSpPr/>
      </dsp:nvSpPr>
      <dsp:spPr>
        <a:xfrm>
          <a:off x="7459503" y="832243"/>
          <a:ext cx="2918936" cy="1853524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2700" b="1" kern="1200"/>
            <a:t>Centralizar a tomada de decisões e imprevistos</a:t>
          </a:r>
          <a:endParaRPr lang="en-US" sz="2700" kern="1200"/>
        </a:p>
      </dsp:txBody>
      <dsp:txXfrm>
        <a:off x="7513791" y="886531"/>
        <a:ext cx="2810360" cy="174494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043FE96-923A-451A-ACFB-029905B450E2}">
      <dsp:nvSpPr>
        <dsp:cNvPr id="0" name=""/>
        <dsp:cNvSpPr/>
      </dsp:nvSpPr>
      <dsp:spPr>
        <a:xfrm>
          <a:off x="0" y="1808"/>
          <a:ext cx="6245265" cy="77044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81C7DEA-366E-4A0C-A2CC-F5F250F6EC86}">
      <dsp:nvSpPr>
        <dsp:cNvPr id="0" name=""/>
        <dsp:cNvSpPr/>
      </dsp:nvSpPr>
      <dsp:spPr>
        <a:xfrm>
          <a:off x="233059" y="175158"/>
          <a:ext cx="423745" cy="42374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AA34A01-5DE2-45EE-BCF0-AF9B36B933C5}">
      <dsp:nvSpPr>
        <dsp:cNvPr id="0" name=""/>
        <dsp:cNvSpPr/>
      </dsp:nvSpPr>
      <dsp:spPr>
        <a:xfrm>
          <a:off x="889864" y="1808"/>
          <a:ext cx="5355400" cy="7704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1539" tIns="81539" rIns="81539" bIns="81539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1900" kern="1200" dirty="0">
              <a:latin typeface="Calibri" panose="020F0502020204030204" pitchFamily="34" charset="0"/>
              <a:cs typeface="Calibri" panose="020F0502020204030204" pitchFamily="34" charset="0"/>
            </a:rPr>
            <a:t>Configuração de perfil, mesada e contas bancárias</a:t>
          </a:r>
          <a:endParaRPr lang="en-US" sz="1900" kern="1200" dirty="0">
            <a:latin typeface="Calibri" panose="020F0502020204030204" pitchFamily="34" charset="0"/>
            <a:cs typeface="Calibri" panose="020F0502020204030204" pitchFamily="34" charset="0"/>
          </a:endParaRPr>
        </a:p>
      </dsp:txBody>
      <dsp:txXfrm>
        <a:off x="889864" y="1808"/>
        <a:ext cx="5355400" cy="770445"/>
      </dsp:txXfrm>
    </dsp:sp>
    <dsp:sp modelId="{7E084AC7-D326-40EC-91F6-95151FBE30DC}">
      <dsp:nvSpPr>
        <dsp:cNvPr id="0" name=""/>
        <dsp:cNvSpPr/>
      </dsp:nvSpPr>
      <dsp:spPr>
        <a:xfrm>
          <a:off x="0" y="964865"/>
          <a:ext cx="6245265" cy="77044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AB79AEB-8DEC-4C4C-81D8-CC95DFDC8955}">
      <dsp:nvSpPr>
        <dsp:cNvPr id="0" name=""/>
        <dsp:cNvSpPr/>
      </dsp:nvSpPr>
      <dsp:spPr>
        <a:xfrm>
          <a:off x="233059" y="1138215"/>
          <a:ext cx="423745" cy="42374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6E98C6A-C9D3-4F79-80DD-E2463184C7A8}">
      <dsp:nvSpPr>
        <dsp:cNvPr id="0" name=""/>
        <dsp:cNvSpPr/>
      </dsp:nvSpPr>
      <dsp:spPr>
        <a:xfrm>
          <a:off x="889864" y="964865"/>
          <a:ext cx="5355400" cy="7704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1539" tIns="81539" rIns="81539" bIns="81539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1900" kern="1200" dirty="0">
              <a:latin typeface="Calibri" panose="020F0502020204030204" pitchFamily="34" charset="0"/>
              <a:cs typeface="Calibri" panose="020F0502020204030204" pitchFamily="34" charset="0"/>
            </a:rPr>
            <a:t>Painel de controlo de saldo, felicidade e vida social</a:t>
          </a:r>
          <a:endParaRPr lang="en-US" sz="1900" kern="1200" dirty="0">
            <a:latin typeface="Calibri" panose="020F0502020204030204" pitchFamily="34" charset="0"/>
            <a:cs typeface="Calibri" panose="020F0502020204030204" pitchFamily="34" charset="0"/>
          </a:endParaRPr>
        </a:p>
      </dsp:txBody>
      <dsp:txXfrm>
        <a:off x="889864" y="964865"/>
        <a:ext cx="5355400" cy="770445"/>
      </dsp:txXfrm>
    </dsp:sp>
    <dsp:sp modelId="{3D9613BA-BAA5-4A8F-BBEF-2A6DC4E8F193}">
      <dsp:nvSpPr>
        <dsp:cNvPr id="0" name=""/>
        <dsp:cNvSpPr/>
      </dsp:nvSpPr>
      <dsp:spPr>
        <a:xfrm>
          <a:off x="0" y="1927922"/>
          <a:ext cx="6245265" cy="77044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4FDE3F0-40E6-481C-8A36-63360E8B0AC5}">
      <dsp:nvSpPr>
        <dsp:cNvPr id="0" name=""/>
        <dsp:cNvSpPr/>
      </dsp:nvSpPr>
      <dsp:spPr>
        <a:xfrm>
          <a:off x="233059" y="2101272"/>
          <a:ext cx="423745" cy="42374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EAF6189-62EC-4026-8B8D-7620D1341B25}">
      <dsp:nvSpPr>
        <dsp:cNvPr id="0" name=""/>
        <dsp:cNvSpPr/>
      </dsp:nvSpPr>
      <dsp:spPr>
        <a:xfrm>
          <a:off x="889864" y="1927922"/>
          <a:ext cx="5355400" cy="7704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1539" tIns="81539" rIns="81539" bIns="81539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1900" kern="1200" dirty="0">
              <a:latin typeface="Calibri" panose="020F0502020204030204" pitchFamily="34" charset="0"/>
              <a:cs typeface="Calibri" panose="020F0502020204030204" pitchFamily="34" charset="0"/>
            </a:rPr>
            <a:t>Simulação de juros poupança</a:t>
          </a:r>
          <a:endParaRPr lang="en-US" sz="1900" kern="1200" dirty="0">
            <a:latin typeface="Calibri" panose="020F0502020204030204" pitchFamily="34" charset="0"/>
            <a:cs typeface="Calibri" panose="020F0502020204030204" pitchFamily="34" charset="0"/>
          </a:endParaRPr>
        </a:p>
      </dsp:txBody>
      <dsp:txXfrm>
        <a:off x="889864" y="1927922"/>
        <a:ext cx="5355400" cy="770445"/>
      </dsp:txXfrm>
    </dsp:sp>
    <dsp:sp modelId="{107FC243-3C36-4593-B362-D31DDBB236C5}">
      <dsp:nvSpPr>
        <dsp:cNvPr id="0" name=""/>
        <dsp:cNvSpPr/>
      </dsp:nvSpPr>
      <dsp:spPr>
        <a:xfrm>
          <a:off x="0" y="2890979"/>
          <a:ext cx="6245265" cy="77044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768E2BB-F136-4F24-8E91-0EFFDE243C5C}">
      <dsp:nvSpPr>
        <dsp:cNvPr id="0" name=""/>
        <dsp:cNvSpPr/>
      </dsp:nvSpPr>
      <dsp:spPr>
        <a:xfrm>
          <a:off x="233059" y="3064329"/>
          <a:ext cx="423745" cy="42374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3092C4B-C43D-462D-80A3-1D227A58E1A2}">
      <dsp:nvSpPr>
        <dsp:cNvPr id="0" name=""/>
        <dsp:cNvSpPr/>
      </dsp:nvSpPr>
      <dsp:spPr>
        <a:xfrm>
          <a:off x="889864" y="2890979"/>
          <a:ext cx="5355400" cy="7704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1539" tIns="81539" rIns="81539" bIns="81539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1900" kern="1200" dirty="0">
              <a:latin typeface="Calibri" panose="020F0502020204030204" pitchFamily="34" charset="0"/>
              <a:cs typeface="Calibri" panose="020F0502020204030204" pitchFamily="34" charset="0"/>
            </a:rPr>
            <a:t>Loja de consumo com categorias e restrições de idade</a:t>
          </a:r>
          <a:endParaRPr lang="en-US" sz="1900" kern="1200" dirty="0">
            <a:latin typeface="Calibri" panose="020F0502020204030204" pitchFamily="34" charset="0"/>
            <a:cs typeface="Calibri" panose="020F0502020204030204" pitchFamily="34" charset="0"/>
          </a:endParaRPr>
        </a:p>
      </dsp:txBody>
      <dsp:txXfrm>
        <a:off x="889864" y="2890979"/>
        <a:ext cx="5355400" cy="770445"/>
      </dsp:txXfrm>
    </dsp:sp>
    <dsp:sp modelId="{B10BA638-026F-492F-A7D4-5557D5409502}">
      <dsp:nvSpPr>
        <dsp:cNvPr id="0" name=""/>
        <dsp:cNvSpPr/>
      </dsp:nvSpPr>
      <dsp:spPr>
        <a:xfrm>
          <a:off x="0" y="3854036"/>
          <a:ext cx="6245265" cy="77044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17C5C8B-35E7-4D40-B18E-733FD307BDEC}">
      <dsp:nvSpPr>
        <dsp:cNvPr id="0" name=""/>
        <dsp:cNvSpPr/>
      </dsp:nvSpPr>
      <dsp:spPr>
        <a:xfrm>
          <a:off x="233059" y="4027386"/>
          <a:ext cx="423745" cy="42374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63B5929-46D9-45DB-BF2C-B58C1B57708E}">
      <dsp:nvSpPr>
        <dsp:cNvPr id="0" name=""/>
        <dsp:cNvSpPr/>
      </dsp:nvSpPr>
      <dsp:spPr>
        <a:xfrm>
          <a:off x="889864" y="3854036"/>
          <a:ext cx="5355400" cy="7704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1539" tIns="81539" rIns="81539" bIns="81539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1900" kern="1200" dirty="0">
              <a:latin typeface="Calibri" panose="020F0502020204030204" pitchFamily="34" charset="0"/>
              <a:cs typeface="Calibri" panose="020F0502020204030204" pitchFamily="34" charset="0"/>
            </a:rPr>
            <a:t>Definição de metas financeiras pessoais</a:t>
          </a:r>
          <a:endParaRPr lang="en-US" sz="1900" kern="1200" dirty="0">
            <a:latin typeface="Calibri" panose="020F0502020204030204" pitchFamily="34" charset="0"/>
            <a:cs typeface="Calibri" panose="020F0502020204030204" pitchFamily="34" charset="0"/>
          </a:endParaRPr>
        </a:p>
      </dsp:txBody>
      <dsp:txXfrm>
        <a:off x="889864" y="3854036"/>
        <a:ext cx="5355400" cy="770445"/>
      </dsp:txXfrm>
    </dsp:sp>
    <dsp:sp modelId="{FB1FF9DB-F2DD-4299-AC74-6B4382FCA64C}">
      <dsp:nvSpPr>
        <dsp:cNvPr id="0" name=""/>
        <dsp:cNvSpPr/>
      </dsp:nvSpPr>
      <dsp:spPr>
        <a:xfrm>
          <a:off x="0" y="4817093"/>
          <a:ext cx="6245265" cy="77044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A6989C4-8FC6-4A3B-A68C-ED23FD0FB731}">
      <dsp:nvSpPr>
        <dsp:cNvPr id="0" name=""/>
        <dsp:cNvSpPr/>
      </dsp:nvSpPr>
      <dsp:spPr>
        <a:xfrm>
          <a:off x="233059" y="4990443"/>
          <a:ext cx="423745" cy="42374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02A816C-852F-419A-B452-829FA4885C29}">
      <dsp:nvSpPr>
        <dsp:cNvPr id="0" name=""/>
        <dsp:cNvSpPr/>
      </dsp:nvSpPr>
      <dsp:spPr>
        <a:xfrm>
          <a:off x="889864" y="4817093"/>
          <a:ext cx="5355400" cy="7704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1539" tIns="81539" rIns="81539" bIns="81539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1900" kern="1200" dirty="0">
              <a:latin typeface="Calibri" panose="020F0502020204030204" pitchFamily="34" charset="0"/>
              <a:cs typeface="Calibri" panose="020F0502020204030204" pitchFamily="34" charset="0"/>
            </a:rPr>
            <a:t>Módulo de conquistas, troféus e resumo final</a:t>
          </a:r>
          <a:endParaRPr lang="en-US" sz="1900" kern="1200" dirty="0">
            <a:latin typeface="Calibri" panose="020F0502020204030204" pitchFamily="34" charset="0"/>
            <a:cs typeface="Calibri" panose="020F0502020204030204" pitchFamily="34" charset="0"/>
          </a:endParaRPr>
        </a:p>
      </dsp:txBody>
      <dsp:txXfrm>
        <a:off x="889864" y="4817093"/>
        <a:ext cx="5355400" cy="77044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o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PT"/>
              <a:t>Clique para editar o estilo de subtítulo do Modelo Global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5D8F67-A3DE-2447-A1AB-EDFE3D75EF1F}" type="datetimeFigureOut">
              <a:rPr lang="pt-PT" smtClean="0"/>
              <a:t>29/06/26</a:t>
            </a:fld>
            <a:endParaRPr lang="pt-P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B9CA3-DBB8-9540-89DE-CFB16D4B8CDC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0107290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Obje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5D8F67-A3DE-2447-A1AB-EDFE3D75EF1F}" type="datetimeFigureOut">
              <a:rPr lang="pt-PT" smtClean="0"/>
              <a:t>29/06/26</a:t>
            </a:fld>
            <a:endParaRPr lang="pt-P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B9CA3-DBB8-9540-89DE-CFB16D4B8CDC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1199325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c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5D8F67-A3DE-2447-A1AB-EDFE3D75EF1F}" type="datetimeFigureOut">
              <a:rPr lang="pt-PT" smtClean="0"/>
              <a:t>29/06/26</a:t>
            </a:fld>
            <a:endParaRPr lang="pt-P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B9CA3-DBB8-9540-89DE-CFB16D4B8CDC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795118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Conteúdo Dup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5D8F67-A3DE-2447-A1AB-EDFE3D75EF1F}" type="datetimeFigureOut">
              <a:rPr lang="pt-PT" smtClean="0"/>
              <a:t>29/06/26</a:t>
            </a:fld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B9CA3-DBB8-9540-89DE-CFB16D4B8CDC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7232252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5D8F67-A3DE-2447-A1AB-EDFE3D75EF1F}" type="datetimeFigureOut">
              <a:rPr lang="pt-PT" smtClean="0"/>
              <a:t>29/06/26</a:t>
            </a:fld>
            <a:endParaRPr lang="pt-PT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B9CA3-DBB8-9540-89DE-CFB16D4B8CDC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216342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5D8F67-A3DE-2447-A1AB-EDFE3D75EF1F}" type="datetimeFigureOut">
              <a:rPr lang="pt-PT" smtClean="0"/>
              <a:t>29/06/26</a:t>
            </a:fld>
            <a:endParaRPr lang="pt-PT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B9CA3-DBB8-9540-89DE-CFB16D4B8CDC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7809450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5D8F67-A3DE-2447-A1AB-EDFE3D75EF1F}" type="datetimeFigureOut">
              <a:rPr lang="pt-PT" smtClean="0"/>
              <a:t>29/06/26</a:t>
            </a:fld>
            <a:endParaRPr lang="pt-PT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B9CA3-DBB8-9540-89DE-CFB16D4B8CDC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8459101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5D8F67-A3DE-2447-A1AB-EDFE3D75EF1F}" type="datetimeFigureOut">
              <a:rPr lang="pt-PT" smtClean="0"/>
              <a:t>29/06/26</a:t>
            </a:fld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B9CA3-DBB8-9540-89DE-CFB16D4B8CDC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9973939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PT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5D8F67-A3DE-2447-A1AB-EDFE3D75EF1F}" type="datetimeFigureOut">
              <a:rPr lang="pt-PT" smtClean="0"/>
              <a:t>29/06/26</a:t>
            </a:fld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B9CA3-DBB8-9540-89DE-CFB16D4B8CDC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573377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5D8F67-A3DE-2447-A1AB-EDFE3D75EF1F}" type="datetimeFigureOut">
              <a:rPr lang="pt-PT" smtClean="0"/>
              <a:t>29/06/26</a:t>
            </a:fld>
            <a:endParaRPr lang="pt-P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B9CA3-DBB8-9540-89DE-CFB16D4B8CDC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9927768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e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5D8F67-A3DE-2447-A1AB-EDFE3D75EF1F}" type="datetimeFigureOut">
              <a:rPr lang="pt-PT" smtClean="0"/>
              <a:t>29/06/26</a:t>
            </a:fld>
            <a:endParaRPr lang="pt-P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B9CA3-DBB8-9540-89DE-CFB16D4B8CDC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9214083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45D8F67-A3DE-2447-A1AB-EDFE3D75EF1F}" type="datetimeFigureOut">
              <a:rPr lang="pt-PT" smtClean="0"/>
              <a:t>29/06/26</a:t>
            </a:fld>
            <a:endParaRPr lang="pt-P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P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5EB9CA3-DBB8-9540-89DE-CFB16D4B8CDC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9411782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7" Type="http://schemas.openxmlformats.org/officeDocument/2006/relationships/image" Target="../media/image9.png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sv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0" name="Rectangle 49">
            <a:extLst>
              <a:ext uri="{FF2B5EF4-FFF2-40B4-BE49-F238E27FC236}">
                <a16:creationId xmlns:a16="http://schemas.microsoft.com/office/drawing/2014/main" id="{36C4118A-B523-45D9-B427-8E05B2DEA6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ysClr val="windowText" lastClr="000000"/>
                </a:solidFill>
              </a:ln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D65E672B-A205-1F75-92BC-EE9E6F3437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6676" y="557189"/>
            <a:ext cx="4899039" cy="3346901"/>
          </a:xfrm>
          <a:noFill/>
          <a:ln cap="rnd">
            <a:noFill/>
          </a:ln>
        </p:spPr>
        <p:txBody>
          <a:bodyPr>
            <a:normAutofit/>
          </a:bodyPr>
          <a:lstStyle/>
          <a:p>
            <a:pPr algn="l"/>
            <a:r>
              <a:rPr lang="pt-PT" sz="5400" b="1" dirty="0">
                <a:latin typeface="Arial" panose="020B0604020202020204" pitchFamily="34" charset="0"/>
                <a:cs typeface="Arial" panose="020B0604020202020204" pitchFamily="34" charset="0"/>
              </a:rPr>
              <a:t>PAP- Projeto de aptidão profissional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B946DB3-308E-417F-D414-2E74F4EC43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6676" y="4068287"/>
            <a:ext cx="4899039" cy="2060799"/>
          </a:xfrm>
          <a:noFill/>
        </p:spPr>
        <p:txBody>
          <a:bodyPr>
            <a:normAutofit/>
          </a:bodyPr>
          <a:lstStyle/>
          <a:p>
            <a:pPr algn="l"/>
            <a:endParaRPr lang="pt-PT" sz="1800" b="1" cap="all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/>
            <a:endParaRPr lang="pt-PT" sz="1800" b="1" cap="all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/>
            <a:endParaRPr lang="pt-PT" dirty="0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D80760E9-6C3A-0D2A-143E-14650768465F}"/>
              </a:ext>
            </a:extLst>
          </p:cNvPr>
          <p:cNvSpPr txBox="1"/>
          <p:nvPr/>
        </p:nvSpPr>
        <p:spPr>
          <a:xfrm>
            <a:off x="6075083" y="5390422"/>
            <a:ext cx="6147486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PT" sz="3600" dirty="0">
                <a:solidFill>
                  <a:schemeClr val="bg1"/>
                </a:solidFill>
              </a:rPr>
              <a:t> </a:t>
            </a:r>
            <a:r>
              <a:rPr lang="pt-PT" sz="5400" b="1" cap="all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Simlife</a:t>
            </a:r>
            <a:endParaRPr lang="pt-PT" sz="3600" b="1" cap="all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pt-PT" sz="3600" b="1" cap="all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 Simulador Financeiro</a:t>
            </a:r>
          </a:p>
        </p:txBody>
      </p:sp>
      <p:pic>
        <p:nvPicPr>
          <p:cNvPr id="32" name="Imagem 31">
            <a:extLst>
              <a:ext uri="{FF2B5EF4-FFF2-40B4-BE49-F238E27FC236}">
                <a16:creationId xmlns:a16="http://schemas.microsoft.com/office/drawing/2014/main" id="{47C22B43-07BD-279A-9BEB-42F19E8BB5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85552" y="-32728"/>
            <a:ext cx="6637017" cy="6923456"/>
          </a:xfrm>
          <a:prstGeom prst="rect">
            <a:avLst/>
          </a:prstGeom>
        </p:spPr>
      </p:pic>
      <p:sp>
        <p:nvSpPr>
          <p:cNvPr id="34" name="CaixaDeTexto 33">
            <a:extLst>
              <a:ext uri="{FF2B5EF4-FFF2-40B4-BE49-F238E27FC236}">
                <a16:creationId xmlns:a16="http://schemas.microsoft.com/office/drawing/2014/main" id="{3E8A2EA6-048A-4535-809F-7D264BBF5EF2}"/>
              </a:ext>
            </a:extLst>
          </p:cNvPr>
          <p:cNvSpPr txBox="1"/>
          <p:nvPr/>
        </p:nvSpPr>
        <p:spPr>
          <a:xfrm>
            <a:off x="803059" y="4091947"/>
            <a:ext cx="19727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dirty="0">
                <a:latin typeface="Calibri" panose="020F0502020204030204" pitchFamily="34" charset="0"/>
                <a:cs typeface="Calibri" panose="020F0502020204030204" pitchFamily="34" charset="0"/>
              </a:rPr>
              <a:t>Rodrigo Gonçalves </a:t>
            </a:r>
          </a:p>
        </p:txBody>
      </p:sp>
    </p:spTree>
    <p:extLst>
      <p:ext uri="{BB962C8B-B14F-4D97-AF65-F5344CB8AC3E}">
        <p14:creationId xmlns:p14="http://schemas.microsoft.com/office/powerpoint/2010/main" val="20598459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6E9B3E6-E277-4D68-BA48-9CB43FFBD6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CECBD80-8576-5A37-D8FC-95775C453F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10173010" cy="1554480"/>
          </a:xfrm>
          <a:solidFill>
            <a:schemeClr val="bg1"/>
          </a:solidFill>
        </p:spPr>
        <p:txBody>
          <a:bodyPr anchor="ctr">
            <a:normAutofit/>
          </a:bodyPr>
          <a:lstStyle/>
          <a:p>
            <a:r>
              <a:rPr lang="pt-PT" sz="4800" dirty="0">
                <a:latin typeface="Calibri" panose="020F0502020204030204" pitchFamily="34" charset="0"/>
                <a:cs typeface="Calibri" panose="020F0502020204030204" pitchFamily="34" charset="0"/>
              </a:rPr>
              <a:t>Objetivos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Marcador de Posição de Conteúdo 2">
            <a:extLst>
              <a:ext uri="{FF2B5EF4-FFF2-40B4-BE49-F238E27FC236}">
                <a16:creationId xmlns:a16="http://schemas.microsoft.com/office/drawing/2014/main" id="{929A3825-9E85-0483-5704-867085AD683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23411882"/>
              </p:ext>
            </p:extLst>
          </p:nvPr>
        </p:nvGraphicFramePr>
        <p:xfrm>
          <a:off x="904602" y="3017519"/>
          <a:ext cx="10378440" cy="320990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5082994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45A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45004F-FDF1-2CE2-B472-1049119A0A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03760"/>
            <a:ext cx="10515600" cy="1325563"/>
          </a:xfrm>
        </p:spPr>
        <p:txBody>
          <a:bodyPr/>
          <a:lstStyle/>
          <a:p>
            <a:r>
              <a:rPr lang="pt-PT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cronograma</a:t>
            </a:r>
          </a:p>
        </p:txBody>
      </p:sp>
      <p:pic>
        <p:nvPicPr>
          <p:cNvPr id="4" name="Marcador de Posição de Conteúdo 3">
            <a:extLst>
              <a:ext uri="{FF2B5EF4-FFF2-40B4-BE49-F238E27FC236}">
                <a16:creationId xmlns:a16="http://schemas.microsoft.com/office/drawing/2014/main" id="{89B8EC37-26D2-91CE-8FA6-4CC4E6565B3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97685" y="1911585"/>
            <a:ext cx="8278906" cy="3914177"/>
          </a:xfrm>
          <a:prstGeom prst="rect">
            <a:avLst/>
          </a:prstGeom>
          <a:solidFill>
            <a:srgbClr val="0045AA"/>
          </a:solidFill>
        </p:spPr>
      </p:pic>
    </p:spTree>
    <p:extLst>
      <p:ext uri="{BB962C8B-B14F-4D97-AF65-F5344CB8AC3E}">
        <p14:creationId xmlns:p14="http://schemas.microsoft.com/office/powerpoint/2010/main" val="20458313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30AB7C2-6B08-B9FC-7760-ECC4A10AC2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Esquema de navegação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D443B318-3966-C0A6-C6E6-BF3A674E53D7}"/>
              </a:ext>
            </a:extLst>
          </p:cNvPr>
          <p:cNvSpPr/>
          <p:nvPr/>
        </p:nvSpPr>
        <p:spPr>
          <a:xfrm>
            <a:off x="5135880" y="1690688"/>
            <a:ext cx="1920240" cy="612648"/>
          </a:xfrm>
          <a:prstGeom prst="rect">
            <a:avLst/>
          </a:prstGeom>
          <a:solidFill>
            <a:schemeClr val="lt1"/>
          </a:solidFill>
          <a:ln>
            <a:solidFill>
              <a:srgbClr val="0045AA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PT" dirty="0">
                <a:ln>
                  <a:solidFill>
                    <a:schemeClr val="tx1"/>
                  </a:solidFill>
                </a:ln>
              </a:rPr>
              <a:t>Menu Inicial </a:t>
            </a:r>
          </a:p>
        </p:txBody>
      </p:sp>
      <p:cxnSp>
        <p:nvCxnSpPr>
          <p:cNvPr id="8" name="Conexão Reta 7">
            <a:extLst>
              <a:ext uri="{FF2B5EF4-FFF2-40B4-BE49-F238E27FC236}">
                <a16:creationId xmlns:a16="http://schemas.microsoft.com/office/drawing/2014/main" id="{2A471DC0-85E6-92A3-76D9-39781CBFD138}"/>
              </a:ext>
            </a:extLst>
          </p:cNvPr>
          <p:cNvCxnSpPr>
            <a:cxnSpLocks/>
            <a:stCxn id="4" idx="2"/>
          </p:cNvCxnSpPr>
          <p:nvPr/>
        </p:nvCxnSpPr>
        <p:spPr>
          <a:xfrm>
            <a:off x="6096000" y="2303336"/>
            <a:ext cx="0" cy="860488"/>
          </a:xfrm>
          <a:prstGeom prst="line">
            <a:avLst/>
          </a:prstGeom>
          <a:ln>
            <a:solidFill>
              <a:srgbClr val="0045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exão Reta 13">
            <a:extLst>
              <a:ext uri="{FF2B5EF4-FFF2-40B4-BE49-F238E27FC236}">
                <a16:creationId xmlns:a16="http://schemas.microsoft.com/office/drawing/2014/main" id="{E6291F50-D41D-0066-3950-5195690AB741}"/>
              </a:ext>
            </a:extLst>
          </p:cNvPr>
          <p:cNvCxnSpPr>
            <a:cxnSpLocks/>
          </p:cNvCxnSpPr>
          <p:nvPr/>
        </p:nvCxnSpPr>
        <p:spPr>
          <a:xfrm flipH="1">
            <a:off x="1709928" y="3154680"/>
            <a:ext cx="8729472" cy="0"/>
          </a:xfrm>
          <a:prstGeom prst="line">
            <a:avLst/>
          </a:prstGeom>
          <a:ln>
            <a:solidFill>
              <a:srgbClr val="0045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tângulo 16">
            <a:extLst>
              <a:ext uri="{FF2B5EF4-FFF2-40B4-BE49-F238E27FC236}">
                <a16:creationId xmlns:a16="http://schemas.microsoft.com/office/drawing/2014/main" id="{4D8C4B27-4963-F160-54CF-F5540900F2D3}"/>
              </a:ext>
            </a:extLst>
          </p:cNvPr>
          <p:cNvSpPr/>
          <p:nvPr/>
        </p:nvSpPr>
        <p:spPr>
          <a:xfrm>
            <a:off x="749808" y="3781616"/>
            <a:ext cx="1920240" cy="612648"/>
          </a:xfrm>
          <a:prstGeom prst="rect">
            <a:avLst/>
          </a:prstGeom>
          <a:solidFill>
            <a:schemeClr val="lt1"/>
          </a:solidFill>
          <a:ln>
            <a:solidFill>
              <a:srgbClr val="0045AA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PT" dirty="0">
                <a:ln>
                  <a:solidFill>
                    <a:schemeClr val="tx1"/>
                  </a:solidFill>
                </a:ln>
              </a:rPr>
              <a:t>Visão geral</a:t>
            </a:r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513C1DF7-1AA7-1A4A-6710-F16FAE3618DE}"/>
              </a:ext>
            </a:extLst>
          </p:cNvPr>
          <p:cNvSpPr/>
          <p:nvPr/>
        </p:nvSpPr>
        <p:spPr>
          <a:xfrm>
            <a:off x="7296912" y="3763328"/>
            <a:ext cx="1920240" cy="612648"/>
          </a:xfrm>
          <a:prstGeom prst="rect">
            <a:avLst/>
          </a:prstGeom>
          <a:solidFill>
            <a:schemeClr val="lt1"/>
          </a:solidFill>
          <a:ln>
            <a:solidFill>
              <a:srgbClr val="0045AA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PT" dirty="0">
                <a:ln>
                  <a:solidFill>
                    <a:schemeClr val="tx1"/>
                  </a:solidFill>
                </a:ln>
              </a:rPr>
              <a:t>Objetivos</a:t>
            </a:r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4B7D3673-1B64-C9F6-A7EB-98AB71A061A0}"/>
              </a:ext>
            </a:extLst>
          </p:cNvPr>
          <p:cNvSpPr/>
          <p:nvPr/>
        </p:nvSpPr>
        <p:spPr>
          <a:xfrm>
            <a:off x="5114544" y="3776472"/>
            <a:ext cx="1920240" cy="612648"/>
          </a:xfrm>
          <a:prstGeom prst="rect">
            <a:avLst/>
          </a:prstGeom>
          <a:solidFill>
            <a:schemeClr val="lt1"/>
          </a:solidFill>
          <a:ln>
            <a:solidFill>
              <a:srgbClr val="0045AA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PT" dirty="0">
                <a:ln>
                  <a:solidFill>
                    <a:schemeClr val="tx1"/>
                  </a:solidFill>
                </a:ln>
              </a:rPr>
              <a:t>Loja</a:t>
            </a:r>
          </a:p>
        </p:txBody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9D178CE4-8312-BEEE-A96F-58FAF237697A}"/>
              </a:ext>
            </a:extLst>
          </p:cNvPr>
          <p:cNvSpPr/>
          <p:nvPr/>
        </p:nvSpPr>
        <p:spPr>
          <a:xfrm>
            <a:off x="2932176" y="3763328"/>
            <a:ext cx="1920240" cy="612648"/>
          </a:xfrm>
          <a:prstGeom prst="rect">
            <a:avLst/>
          </a:prstGeom>
          <a:solidFill>
            <a:schemeClr val="lt1"/>
          </a:solidFill>
          <a:ln>
            <a:solidFill>
              <a:srgbClr val="0045AA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PT" dirty="0">
                <a:ln>
                  <a:solidFill>
                    <a:schemeClr val="tx1"/>
                  </a:solidFill>
                </a:ln>
              </a:rPr>
              <a:t>Banco</a:t>
            </a:r>
          </a:p>
        </p:txBody>
      </p:sp>
      <p:sp>
        <p:nvSpPr>
          <p:cNvPr id="21" name="Retângulo 20">
            <a:extLst>
              <a:ext uri="{FF2B5EF4-FFF2-40B4-BE49-F238E27FC236}">
                <a16:creationId xmlns:a16="http://schemas.microsoft.com/office/drawing/2014/main" id="{4AD41816-2A14-891B-DE9F-A41C4FAB5B7E}"/>
              </a:ext>
            </a:extLst>
          </p:cNvPr>
          <p:cNvSpPr/>
          <p:nvPr/>
        </p:nvSpPr>
        <p:spPr>
          <a:xfrm>
            <a:off x="9479280" y="3759328"/>
            <a:ext cx="1920240" cy="612648"/>
          </a:xfrm>
          <a:prstGeom prst="rect">
            <a:avLst/>
          </a:prstGeom>
          <a:solidFill>
            <a:schemeClr val="lt1"/>
          </a:solidFill>
          <a:ln>
            <a:solidFill>
              <a:srgbClr val="0045AA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PT" dirty="0">
                <a:ln>
                  <a:solidFill>
                    <a:schemeClr val="tx1"/>
                  </a:solidFill>
                </a:ln>
              </a:rPr>
              <a:t>Trofeus</a:t>
            </a:r>
          </a:p>
        </p:txBody>
      </p:sp>
      <p:cxnSp>
        <p:nvCxnSpPr>
          <p:cNvPr id="23" name="Conexão Reta 22">
            <a:extLst>
              <a:ext uri="{FF2B5EF4-FFF2-40B4-BE49-F238E27FC236}">
                <a16:creationId xmlns:a16="http://schemas.microsoft.com/office/drawing/2014/main" id="{D658B896-7949-2694-8A90-49A668129B68}"/>
              </a:ext>
            </a:extLst>
          </p:cNvPr>
          <p:cNvCxnSpPr>
            <a:cxnSpLocks/>
            <a:endCxn id="17" idx="0"/>
          </p:cNvCxnSpPr>
          <p:nvPr/>
        </p:nvCxnSpPr>
        <p:spPr>
          <a:xfrm>
            <a:off x="1709928" y="3154680"/>
            <a:ext cx="0" cy="626936"/>
          </a:xfrm>
          <a:prstGeom prst="line">
            <a:avLst/>
          </a:prstGeom>
          <a:ln>
            <a:solidFill>
              <a:srgbClr val="0045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exão Reta 25">
            <a:extLst>
              <a:ext uri="{FF2B5EF4-FFF2-40B4-BE49-F238E27FC236}">
                <a16:creationId xmlns:a16="http://schemas.microsoft.com/office/drawing/2014/main" id="{696434F5-FB71-4E56-7B79-1AFF2FBDBD2C}"/>
              </a:ext>
            </a:extLst>
          </p:cNvPr>
          <p:cNvCxnSpPr>
            <a:cxnSpLocks/>
          </p:cNvCxnSpPr>
          <p:nvPr/>
        </p:nvCxnSpPr>
        <p:spPr>
          <a:xfrm>
            <a:off x="3892296" y="3145536"/>
            <a:ext cx="0" cy="626936"/>
          </a:xfrm>
          <a:prstGeom prst="line">
            <a:avLst/>
          </a:prstGeom>
          <a:ln>
            <a:solidFill>
              <a:srgbClr val="0045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exão Reta 26">
            <a:extLst>
              <a:ext uri="{FF2B5EF4-FFF2-40B4-BE49-F238E27FC236}">
                <a16:creationId xmlns:a16="http://schemas.microsoft.com/office/drawing/2014/main" id="{3AE6133D-218C-4440-DDCB-F50622FF3184}"/>
              </a:ext>
            </a:extLst>
          </p:cNvPr>
          <p:cNvCxnSpPr>
            <a:cxnSpLocks/>
          </p:cNvCxnSpPr>
          <p:nvPr/>
        </p:nvCxnSpPr>
        <p:spPr>
          <a:xfrm>
            <a:off x="6096000" y="3132392"/>
            <a:ext cx="0" cy="626936"/>
          </a:xfrm>
          <a:prstGeom prst="line">
            <a:avLst/>
          </a:prstGeom>
          <a:ln>
            <a:solidFill>
              <a:srgbClr val="0045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exão Reta 27">
            <a:extLst>
              <a:ext uri="{FF2B5EF4-FFF2-40B4-BE49-F238E27FC236}">
                <a16:creationId xmlns:a16="http://schemas.microsoft.com/office/drawing/2014/main" id="{714C9CA7-771A-F670-9FBE-E71658CA01AA}"/>
              </a:ext>
            </a:extLst>
          </p:cNvPr>
          <p:cNvCxnSpPr>
            <a:cxnSpLocks/>
          </p:cNvCxnSpPr>
          <p:nvPr/>
        </p:nvCxnSpPr>
        <p:spPr>
          <a:xfrm>
            <a:off x="8235696" y="3154204"/>
            <a:ext cx="0" cy="626936"/>
          </a:xfrm>
          <a:prstGeom prst="line">
            <a:avLst/>
          </a:prstGeom>
          <a:ln>
            <a:solidFill>
              <a:srgbClr val="0045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exão Reta 29">
            <a:extLst>
              <a:ext uri="{FF2B5EF4-FFF2-40B4-BE49-F238E27FC236}">
                <a16:creationId xmlns:a16="http://schemas.microsoft.com/office/drawing/2014/main" id="{85D52E50-8057-E94F-3D5E-FC64135DB1A8}"/>
              </a:ext>
            </a:extLst>
          </p:cNvPr>
          <p:cNvCxnSpPr>
            <a:cxnSpLocks/>
          </p:cNvCxnSpPr>
          <p:nvPr/>
        </p:nvCxnSpPr>
        <p:spPr>
          <a:xfrm>
            <a:off x="10439400" y="3132392"/>
            <a:ext cx="0" cy="626936"/>
          </a:xfrm>
          <a:prstGeom prst="line">
            <a:avLst/>
          </a:prstGeom>
          <a:ln>
            <a:solidFill>
              <a:srgbClr val="0045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147589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659FDB4-FCBE-4A89-B46D-43D4FA5446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313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74559E2-37DC-4F80-17E8-196CF387AC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0647" y="187120"/>
            <a:ext cx="3939688" cy="2458443"/>
          </a:xfrm>
        </p:spPr>
        <p:txBody>
          <a:bodyPr>
            <a:normAutofit/>
          </a:bodyPr>
          <a:lstStyle/>
          <a:p>
            <a:pPr algn="r"/>
            <a:r>
              <a:rPr lang="pt-PT" b="1" dirty="0">
                <a:latin typeface="Calibri" panose="020F0502020204030204" pitchFamily="34" charset="0"/>
                <a:cs typeface="Calibri" panose="020F0502020204030204" pitchFamily="34" charset="0"/>
              </a:rPr>
              <a:t>Funcionalidades principais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8F51B3F-8331-4E4A-AE96-D47B1006E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728053" y="1132114"/>
            <a:ext cx="0" cy="5717573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Marcador de Posição de Conteúdo 2">
            <a:extLst>
              <a:ext uri="{FF2B5EF4-FFF2-40B4-BE49-F238E27FC236}">
                <a16:creationId xmlns:a16="http://schemas.microsoft.com/office/drawing/2014/main" id="{2D5886C1-35A6-6301-C6E5-5AE1C28CC89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19230640"/>
              </p:ext>
            </p:extLst>
          </p:nvPr>
        </p:nvGraphicFramePr>
        <p:xfrm>
          <a:off x="5108535" y="1070800"/>
          <a:ext cx="6245265" cy="55893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4" name="Imagem 3">
            <a:extLst>
              <a:ext uri="{FF2B5EF4-FFF2-40B4-BE49-F238E27FC236}">
                <a16:creationId xmlns:a16="http://schemas.microsoft.com/office/drawing/2014/main" id="{C149D2B5-708B-EFFE-CA62-5D5C6DDB657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708" y="2829260"/>
            <a:ext cx="4568638" cy="36549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56010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8" name="Rectangle 37">
            <a:extLst>
              <a:ext uri="{FF2B5EF4-FFF2-40B4-BE49-F238E27FC236}">
                <a16:creationId xmlns:a16="http://schemas.microsoft.com/office/drawing/2014/main" id="{058A14AF-9FB5-4CC7-BA35-E8E85D3E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D9AC175D-6FC6-CA6F-5B4A-DFC3BA2E95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anchor="b">
            <a:normAutofit/>
          </a:bodyPr>
          <a:lstStyle/>
          <a:p>
            <a:r>
              <a:rPr lang="pt-PT" sz="4800" b="1">
                <a:latin typeface="Calibri" panose="020F0502020204030204" pitchFamily="34" charset="0"/>
                <a:cs typeface="Calibri" panose="020F0502020204030204" pitchFamily="34" charset="0"/>
              </a:rPr>
              <a:t>Sistema e experiência</a:t>
            </a:r>
            <a:endParaRPr lang="pt-PT" sz="48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Marcador de Posição de Conteúdo 2">
            <a:extLst>
              <a:ext uri="{FF2B5EF4-FFF2-40B4-BE49-F238E27FC236}">
                <a16:creationId xmlns:a16="http://schemas.microsoft.com/office/drawing/2014/main" id="{BA66715C-9D02-8577-A182-5313A6756E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1" y="2599509"/>
            <a:ext cx="4530898" cy="3639450"/>
          </a:xfrm>
        </p:spPr>
        <p:txBody>
          <a:bodyPr anchor="ctr">
            <a:normAutofit/>
          </a:bodyPr>
          <a:lstStyle/>
          <a:p>
            <a:r>
              <a:rPr lang="pt-PT" sz="2000">
                <a:latin typeface="Calibri" panose="020F0502020204030204" pitchFamily="34" charset="0"/>
                <a:cs typeface="Calibri" panose="020F0502020204030204" pitchFamily="34" charset="0"/>
              </a:rPr>
              <a:t>Navegação fluida por abas de progresso</a:t>
            </a:r>
          </a:p>
          <a:p>
            <a:r>
              <a:rPr lang="pt-PT" sz="2000">
                <a:latin typeface="Calibri" panose="020F0502020204030204" pitchFamily="34" charset="0"/>
                <a:cs typeface="Calibri" panose="020F0502020204030204" pitchFamily="34" charset="0"/>
              </a:rPr>
              <a:t>Avanço de tempo controlado pelo utilizador</a:t>
            </a:r>
          </a:p>
          <a:p>
            <a:r>
              <a:rPr lang="pt-PT" sz="2000">
                <a:latin typeface="Calibri" panose="020F0502020204030204" pitchFamily="34" charset="0"/>
                <a:cs typeface="Calibri" panose="020F0502020204030204" pitchFamily="34" charset="0"/>
              </a:rPr>
              <a:t>Restrições de consumo baseadas na idade</a:t>
            </a:r>
          </a:p>
          <a:p>
            <a:r>
              <a:rPr lang="pt-PT" sz="2000">
                <a:latin typeface="Calibri" panose="020F0502020204030204" pitchFamily="34" charset="0"/>
                <a:cs typeface="Calibri" panose="020F0502020204030204" pitchFamily="34" charset="0"/>
              </a:rPr>
              <a:t>Impacto imediato das decisões no bem-estar</a:t>
            </a:r>
          </a:p>
          <a:p>
            <a:endParaRPr lang="pt-PT" sz="2000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7B6CF120-8284-6A5F-FB20-BAC3791082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24559" y="2780068"/>
            <a:ext cx="5987836" cy="2739434"/>
          </a:xfrm>
          <a:prstGeom prst="rect">
            <a:avLst/>
          </a:prstGeom>
        </p:spPr>
      </p:pic>
      <p:sp>
        <p:nvSpPr>
          <p:cNvPr id="44" name="Rectangle 43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6038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5408913-B323-422F-B521-2957A5B7FE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AA770EBD-5B77-46EC-BF58-EF27ACD6B4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592" y="0"/>
            <a:ext cx="7299977" cy="6858000"/>
          </a:xfrm>
          <a:custGeom>
            <a:avLst/>
            <a:gdLst>
              <a:gd name="connsiteX0" fmla="*/ 1008599 w 7299977"/>
              <a:gd name="connsiteY0" fmla="*/ 0 h 6858000"/>
              <a:gd name="connsiteX1" fmla="*/ 4420653 w 7299977"/>
              <a:gd name="connsiteY1" fmla="*/ 0 h 6858000"/>
              <a:gd name="connsiteX2" fmla="*/ 5511704 w 7299977"/>
              <a:gd name="connsiteY2" fmla="*/ 0 h 6858000"/>
              <a:gd name="connsiteX3" fmla="*/ 7299977 w 7299977"/>
              <a:gd name="connsiteY3" fmla="*/ 0 h 6858000"/>
              <a:gd name="connsiteX4" fmla="*/ 7299977 w 7299977"/>
              <a:gd name="connsiteY4" fmla="*/ 6858000 h 6858000"/>
              <a:gd name="connsiteX5" fmla="*/ 5511704 w 7299977"/>
              <a:gd name="connsiteY5" fmla="*/ 6858000 h 6858000"/>
              <a:gd name="connsiteX6" fmla="*/ 4420653 w 7299977"/>
              <a:gd name="connsiteY6" fmla="*/ 6858000 h 6858000"/>
              <a:gd name="connsiteX7" fmla="*/ 1592997 w 7299977"/>
              <a:gd name="connsiteY7" fmla="*/ 6858000 h 6858000"/>
              <a:gd name="connsiteX8" fmla="*/ 1232473 w 7299977"/>
              <a:gd name="connsiteY8" fmla="*/ 6658805 h 6858000"/>
              <a:gd name="connsiteX9" fmla="*/ 1075471 w 7299977"/>
              <a:gd name="connsiteY9" fmla="*/ 6431153 h 6858000"/>
              <a:gd name="connsiteX10" fmla="*/ 1020229 w 7299977"/>
              <a:gd name="connsiteY10" fmla="*/ 6367127 h 6858000"/>
              <a:gd name="connsiteX11" fmla="*/ 883579 w 7299977"/>
              <a:gd name="connsiteY11" fmla="*/ 6281757 h 6858000"/>
              <a:gd name="connsiteX12" fmla="*/ 645167 w 7299977"/>
              <a:gd name="connsiteY12" fmla="*/ 6100347 h 6858000"/>
              <a:gd name="connsiteX13" fmla="*/ 732391 w 7299977"/>
              <a:gd name="connsiteY13" fmla="*/ 6057663 h 6858000"/>
              <a:gd name="connsiteX14" fmla="*/ 985339 w 7299977"/>
              <a:gd name="connsiteY14" fmla="*/ 6167932 h 6858000"/>
              <a:gd name="connsiteX15" fmla="*/ 1168509 w 7299977"/>
              <a:gd name="connsiteY15" fmla="*/ 6196388 h 6858000"/>
              <a:gd name="connsiteX16" fmla="*/ 909746 w 7299977"/>
              <a:gd name="connsiteY16" fmla="*/ 6004307 h 6858000"/>
              <a:gd name="connsiteX17" fmla="*/ 659704 w 7299977"/>
              <a:gd name="connsiteY17" fmla="*/ 5755314 h 6858000"/>
              <a:gd name="connsiteX18" fmla="*/ 851597 w 7299977"/>
              <a:gd name="connsiteY18" fmla="*/ 5801555 h 6858000"/>
              <a:gd name="connsiteX19" fmla="*/ 860319 w 7299977"/>
              <a:gd name="connsiteY19" fmla="*/ 5769542 h 6858000"/>
              <a:gd name="connsiteX20" fmla="*/ 691686 w 7299977"/>
              <a:gd name="connsiteY20" fmla="*/ 5474306 h 6858000"/>
              <a:gd name="connsiteX21" fmla="*/ 610278 w 7299977"/>
              <a:gd name="connsiteY21" fmla="*/ 5353367 h 6858000"/>
              <a:gd name="connsiteX22" fmla="*/ 238123 w 7299977"/>
              <a:gd name="connsiteY22" fmla="*/ 4994104 h 6858000"/>
              <a:gd name="connsiteX23" fmla="*/ 592833 w 7299977"/>
              <a:gd name="connsiteY23" fmla="*/ 5154171 h 6858000"/>
              <a:gd name="connsiteX24" fmla="*/ 226494 w 7299977"/>
              <a:gd name="connsiteY24" fmla="*/ 4805580 h 6858000"/>
              <a:gd name="connsiteX25" fmla="*/ 49139 w 7299977"/>
              <a:gd name="connsiteY25" fmla="*/ 4677526 h 6858000"/>
              <a:gd name="connsiteX26" fmla="*/ 5527 w 7299977"/>
              <a:gd name="connsiteY26" fmla="*/ 4602828 h 6858000"/>
              <a:gd name="connsiteX27" fmla="*/ 84029 w 7299977"/>
              <a:gd name="connsiteY27" fmla="*/ 4585042 h 6858000"/>
              <a:gd name="connsiteX28" fmla="*/ 325347 w 7299977"/>
              <a:gd name="connsiteY28" fmla="*/ 4613499 h 6858000"/>
              <a:gd name="connsiteX29" fmla="*/ 25879 w 7299977"/>
              <a:gd name="connsiteY29" fmla="*/ 4378734 h 6858000"/>
              <a:gd name="connsiteX30" fmla="*/ 249753 w 7299977"/>
              <a:gd name="connsiteY30" fmla="*/ 4414305 h 6858000"/>
              <a:gd name="connsiteX31" fmla="*/ 313718 w 7299977"/>
              <a:gd name="connsiteY31" fmla="*/ 4321821 h 6858000"/>
              <a:gd name="connsiteX32" fmla="*/ 418386 w 7299977"/>
              <a:gd name="connsiteY32" fmla="*/ 4172424 h 6858000"/>
              <a:gd name="connsiteX33" fmla="*/ 491072 w 7299977"/>
              <a:gd name="connsiteY33" fmla="*/ 4090612 h 6858000"/>
              <a:gd name="connsiteX34" fmla="*/ 520147 w 7299977"/>
              <a:gd name="connsiteY34" fmla="*/ 3827390 h 6858000"/>
              <a:gd name="connsiteX35" fmla="*/ 459090 w 7299977"/>
              <a:gd name="connsiteY35" fmla="*/ 3539269 h 6858000"/>
              <a:gd name="connsiteX36" fmla="*/ 290458 w 7299977"/>
              <a:gd name="connsiteY36" fmla="*/ 3393429 h 6858000"/>
              <a:gd name="connsiteX37" fmla="*/ 339884 w 7299977"/>
              <a:gd name="connsiteY37" fmla="*/ 3229805 h 6858000"/>
              <a:gd name="connsiteX38" fmla="*/ 697501 w 7299977"/>
              <a:gd name="connsiteY38" fmla="*/ 3329402 h 6858000"/>
              <a:gd name="connsiteX39" fmla="*/ 165437 w 7299977"/>
              <a:gd name="connsiteY39" fmla="*/ 2941684 h 6858000"/>
              <a:gd name="connsiteX40" fmla="*/ 255568 w 7299977"/>
              <a:gd name="connsiteY40" fmla="*/ 2923898 h 6858000"/>
              <a:gd name="connsiteX41" fmla="*/ 578296 w 7299977"/>
              <a:gd name="connsiteY41" fmla="*/ 2703362 h 6858000"/>
              <a:gd name="connsiteX42" fmla="*/ 595740 w 7299977"/>
              <a:gd name="connsiteY42" fmla="*/ 2692689 h 6858000"/>
              <a:gd name="connsiteX43" fmla="*/ 650982 w 7299977"/>
              <a:gd name="connsiteY43" fmla="*/ 2553965 h 6858000"/>
              <a:gd name="connsiteX44" fmla="*/ 825429 w 7299977"/>
              <a:gd name="connsiteY44" fmla="*/ 2532623 h 6858000"/>
              <a:gd name="connsiteX45" fmla="*/ 970802 w 7299977"/>
              <a:gd name="connsiteY45" fmla="*/ 2564636 h 6858000"/>
              <a:gd name="connsiteX46" fmla="*/ 1127805 w 7299977"/>
              <a:gd name="connsiteY46" fmla="*/ 2525509 h 6858000"/>
              <a:gd name="connsiteX47" fmla="*/ 1267362 w 7299977"/>
              <a:gd name="connsiteY47" fmla="*/ 2543294 h 6858000"/>
              <a:gd name="connsiteX48" fmla="*/ 1386568 w 7299977"/>
              <a:gd name="connsiteY48" fmla="*/ 2518395 h 6858000"/>
              <a:gd name="connsiteX49" fmla="*/ 1270270 w 7299977"/>
              <a:gd name="connsiteY49" fmla="*/ 2401012 h 6858000"/>
              <a:gd name="connsiteX50" fmla="*/ 1107453 w 7299977"/>
              <a:gd name="connsiteY50" fmla="*/ 2401012 h 6858000"/>
              <a:gd name="connsiteX51" fmla="*/ 991154 w 7299977"/>
              <a:gd name="connsiteY51" fmla="*/ 2326314 h 6858000"/>
              <a:gd name="connsiteX52" fmla="*/ 880671 w 7299977"/>
              <a:gd name="connsiteY52" fmla="*/ 2191146 h 6858000"/>
              <a:gd name="connsiteX53" fmla="*/ 491072 w 7299977"/>
              <a:gd name="connsiteY53" fmla="*/ 1974165 h 6858000"/>
              <a:gd name="connsiteX54" fmla="*/ 421293 w 7299977"/>
              <a:gd name="connsiteY54" fmla="*/ 1892353 h 6858000"/>
              <a:gd name="connsiteX55" fmla="*/ 1531941 w 7299977"/>
              <a:gd name="connsiteY55" fmla="*/ 2208931 h 6858000"/>
              <a:gd name="connsiteX56" fmla="*/ 1188861 w 7299977"/>
              <a:gd name="connsiteY56" fmla="*/ 2077320 h 6858000"/>
              <a:gd name="connsiteX57" fmla="*/ 1421458 w 7299977"/>
              <a:gd name="connsiteY57" fmla="*/ 2102219 h 6858000"/>
              <a:gd name="connsiteX58" fmla="*/ 1549386 w 7299977"/>
              <a:gd name="connsiteY58" fmla="*/ 2013292 h 6858000"/>
              <a:gd name="connsiteX59" fmla="*/ 1549386 w 7299977"/>
              <a:gd name="connsiteY59" fmla="*/ 1984836 h 6858000"/>
              <a:gd name="connsiteX60" fmla="*/ 1453440 w 7299977"/>
              <a:gd name="connsiteY60" fmla="*/ 1903025 h 6858000"/>
              <a:gd name="connsiteX61" fmla="*/ 1398198 w 7299977"/>
              <a:gd name="connsiteY61" fmla="*/ 1849668 h 6858000"/>
              <a:gd name="connsiteX62" fmla="*/ 1247011 w 7299977"/>
              <a:gd name="connsiteY62" fmla="*/ 1657587 h 6858000"/>
              <a:gd name="connsiteX63" fmla="*/ 1354586 w 7299977"/>
              <a:gd name="connsiteY63" fmla="*/ 1636245 h 6858000"/>
              <a:gd name="connsiteX64" fmla="*/ 1395290 w 7299977"/>
              <a:gd name="connsiteY64" fmla="*/ 1597117 h 6858000"/>
              <a:gd name="connsiteX65" fmla="*/ 1366216 w 7299977"/>
              <a:gd name="connsiteY65" fmla="*/ 1540204 h 6858000"/>
              <a:gd name="connsiteX66" fmla="*/ 1031858 w 7299977"/>
              <a:gd name="connsiteY66" fmla="*/ 1365909 h 6858000"/>
              <a:gd name="connsiteX67" fmla="*/ 1005692 w 7299977"/>
              <a:gd name="connsiteY67" fmla="*/ 1230741 h 6858000"/>
              <a:gd name="connsiteX68" fmla="*/ 1069655 w 7299977"/>
              <a:gd name="connsiteY68" fmla="*/ 1209399 h 6858000"/>
              <a:gd name="connsiteX69" fmla="*/ 1142342 w 7299977"/>
              <a:gd name="connsiteY69" fmla="*/ 1220069 h 6858000"/>
              <a:gd name="connsiteX70" fmla="*/ 1084193 w 7299977"/>
              <a:gd name="connsiteY70" fmla="*/ 1113358 h 6858000"/>
              <a:gd name="connsiteX71" fmla="*/ 848689 w 7299977"/>
              <a:gd name="connsiteY71" fmla="*/ 1006647 h 6858000"/>
              <a:gd name="connsiteX72" fmla="*/ 805077 w 7299977"/>
              <a:gd name="connsiteY72" fmla="*/ 949734 h 6858000"/>
              <a:gd name="connsiteX73" fmla="*/ 863226 w 7299977"/>
              <a:gd name="connsiteY73" fmla="*/ 921277 h 6858000"/>
              <a:gd name="connsiteX74" fmla="*/ 906838 w 7299977"/>
              <a:gd name="connsiteY74" fmla="*/ 910606 h 6858000"/>
              <a:gd name="connsiteX75" fmla="*/ 5527 w 7299977"/>
              <a:gd name="connsiteY75" fmla="*/ 465975 h 6858000"/>
              <a:gd name="connsiteX76" fmla="*/ 209049 w 7299977"/>
              <a:gd name="connsiteY76" fmla="*/ 462417 h 6858000"/>
              <a:gd name="connsiteX77" fmla="*/ 409664 w 7299977"/>
              <a:gd name="connsiteY77" fmla="*/ 533558 h 6858000"/>
              <a:gd name="connsiteX78" fmla="*/ 621908 w 7299977"/>
              <a:gd name="connsiteY78" fmla="*/ 522887 h 6858000"/>
              <a:gd name="connsiteX79" fmla="*/ 822522 w 7299977"/>
              <a:gd name="connsiteY79" fmla="*/ 558458 h 6858000"/>
              <a:gd name="connsiteX80" fmla="*/ 996969 w 7299977"/>
              <a:gd name="connsiteY80" fmla="*/ 558458 h 6858000"/>
              <a:gd name="connsiteX81" fmla="*/ 834151 w 7299977"/>
              <a:gd name="connsiteY81" fmla="*/ 505101 h 6858000"/>
              <a:gd name="connsiteX82" fmla="*/ 773095 w 7299977"/>
              <a:gd name="connsiteY82" fmla="*/ 416176 h 6858000"/>
              <a:gd name="connsiteX83" fmla="*/ 793447 w 7299977"/>
              <a:gd name="connsiteY83" fmla="*/ 334364 h 6858000"/>
              <a:gd name="connsiteX84" fmla="*/ 860319 w 7299977"/>
              <a:gd name="connsiteY84" fmla="*/ 359262 h 6858000"/>
              <a:gd name="connsiteX85" fmla="*/ 938820 w 7299977"/>
              <a:gd name="connsiteY85" fmla="*/ 451747 h 6858000"/>
              <a:gd name="connsiteX86" fmla="*/ 956265 w 7299977"/>
              <a:gd name="connsiteY86" fmla="*/ 394834 h 6858000"/>
              <a:gd name="connsiteX87" fmla="*/ 1002784 w 7299977"/>
              <a:gd name="connsiteY87" fmla="*/ 352148 h 6858000"/>
              <a:gd name="connsiteX88" fmla="*/ 1270270 w 7299977"/>
              <a:gd name="connsiteY88" fmla="*/ 373491 h 6858000"/>
              <a:gd name="connsiteX89" fmla="*/ 1092915 w 7299977"/>
              <a:gd name="connsiteY89" fmla="*/ 192082 h 6858000"/>
              <a:gd name="connsiteX90" fmla="*/ 979525 w 7299977"/>
              <a:gd name="connsiteY90" fmla="*/ 163625 h 6858000"/>
              <a:gd name="connsiteX91" fmla="*/ 953358 w 7299977"/>
              <a:gd name="connsiteY91" fmla="*/ 88927 h 6858000"/>
              <a:gd name="connsiteX92" fmla="*/ 1005692 w 7299977"/>
              <a:gd name="connsiteY92" fmla="*/ 71141 h 6858000"/>
              <a:gd name="connsiteX93" fmla="*/ 1267362 w 7299977"/>
              <a:gd name="connsiteY93" fmla="*/ 135168 h 6858000"/>
              <a:gd name="connsiteX94" fmla="*/ 1310975 w 7299977"/>
              <a:gd name="connsiteY94" fmla="*/ 110269 h 6858000"/>
              <a:gd name="connsiteX95" fmla="*/ 1008599 w 7299977"/>
              <a:gd name="connsiteY95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</a:cxnLst>
            <a:rect l="l" t="t" r="r" b="b"/>
            <a:pathLst>
              <a:path w="7299977" h="6858000">
                <a:moveTo>
                  <a:pt x="1008599" y="0"/>
                </a:moveTo>
                <a:lnTo>
                  <a:pt x="4420653" y="0"/>
                </a:lnTo>
                <a:lnTo>
                  <a:pt x="5511704" y="0"/>
                </a:lnTo>
                <a:lnTo>
                  <a:pt x="7299977" y="0"/>
                </a:lnTo>
                <a:lnTo>
                  <a:pt x="7299977" y="6858000"/>
                </a:lnTo>
                <a:lnTo>
                  <a:pt x="5511704" y="6858000"/>
                </a:lnTo>
                <a:lnTo>
                  <a:pt x="4420653" y="6858000"/>
                </a:lnTo>
                <a:lnTo>
                  <a:pt x="1592997" y="6858000"/>
                </a:lnTo>
                <a:cubicBezTo>
                  <a:pt x="1473792" y="6786859"/>
                  <a:pt x="1360401" y="6701489"/>
                  <a:pt x="1232473" y="6658805"/>
                </a:cubicBezTo>
                <a:cubicBezTo>
                  <a:pt x="1145250" y="6630349"/>
                  <a:pt x="1060933" y="6580550"/>
                  <a:pt x="1075471" y="6431153"/>
                </a:cubicBezTo>
                <a:cubicBezTo>
                  <a:pt x="1078378" y="6388469"/>
                  <a:pt x="1055118" y="6356456"/>
                  <a:pt x="1020229" y="6367127"/>
                </a:cubicBezTo>
                <a:cubicBezTo>
                  <a:pt x="953358" y="6388469"/>
                  <a:pt x="921375" y="6327999"/>
                  <a:pt x="883579" y="6281757"/>
                </a:cubicBezTo>
                <a:cubicBezTo>
                  <a:pt x="816707" y="6199945"/>
                  <a:pt x="752743" y="6114575"/>
                  <a:pt x="645167" y="6100347"/>
                </a:cubicBezTo>
                <a:cubicBezTo>
                  <a:pt x="665519" y="6036320"/>
                  <a:pt x="700408" y="6043434"/>
                  <a:pt x="732391" y="6057663"/>
                </a:cubicBezTo>
                <a:cubicBezTo>
                  <a:pt x="816707" y="6093234"/>
                  <a:pt x="901023" y="6132361"/>
                  <a:pt x="985339" y="6167932"/>
                </a:cubicBezTo>
                <a:cubicBezTo>
                  <a:pt x="1040581" y="6189274"/>
                  <a:pt x="1095822" y="6221287"/>
                  <a:pt x="1168509" y="6196388"/>
                </a:cubicBezTo>
                <a:cubicBezTo>
                  <a:pt x="1104545" y="6068335"/>
                  <a:pt x="996969" y="6043434"/>
                  <a:pt x="909746" y="6004307"/>
                </a:cubicBezTo>
                <a:cubicBezTo>
                  <a:pt x="802169" y="5954508"/>
                  <a:pt x="738206" y="5862025"/>
                  <a:pt x="659704" y="5755314"/>
                </a:cubicBezTo>
                <a:cubicBezTo>
                  <a:pt x="738206" y="5726858"/>
                  <a:pt x="787632" y="5805112"/>
                  <a:pt x="851597" y="5801555"/>
                </a:cubicBezTo>
                <a:cubicBezTo>
                  <a:pt x="854504" y="5790884"/>
                  <a:pt x="860319" y="5769542"/>
                  <a:pt x="860319" y="5769542"/>
                </a:cubicBezTo>
                <a:cubicBezTo>
                  <a:pt x="755650" y="5712629"/>
                  <a:pt x="709132" y="5605917"/>
                  <a:pt x="691686" y="5474306"/>
                </a:cubicBezTo>
                <a:cubicBezTo>
                  <a:pt x="685872" y="5406721"/>
                  <a:pt x="648075" y="5385379"/>
                  <a:pt x="610278" y="5353367"/>
                </a:cubicBezTo>
                <a:cubicBezTo>
                  <a:pt x="482350" y="5243097"/>
                  <a:pt x="345700" y="5143500"/>
                  <a:pt x="238123" y="4994104"/>
                </a:cubicBezTo>
                <a:cubicBezTo>
                  <a:pt x="363144" y="5011889"/>
                  <a:pt x="461997" y="5111487"/>
                  <a:pt x="592833" y="5154171"/>
                </a:cubicBezTo>
                <a:cubicBezTo>
                  <a:pt x="488165" y="4990547"/>
                  <a:pt x="351514" y="4905177"/>
                  <a:pt x="226494" y="4805580"/>
                </a:cubicBezTo>
                <a:cubicBezTo>
                  <a:pt x="168344" y="4759339"/>
                  <a:pt x="116011" y="4702425"/>
                  <a:pt x="49139" y="4677526"/>
                </a:cubicBezTo>
                <a:cubicBezTo>
                  <a:pt x="25879" y="4670412"/>
                  <a:pt x="-14826" y="4652628"/>
                  <a:pt x="5527" y="4602828"/>
                </a:cubicBezTo>
                <a:cubicBezTo>
                  <a:pt x="22972" y="4560144"/>
                  <a:pt x="54954" y="4574373"/>
                  <a:pt x="84029" y="4585042"/>
                </a:cubicBezTo>
                <a:cubicBezTo>
                  <a:pt x="153807" y="4613499"/>
                  <a:pt x="229401" y="4613499"/>
                  <a:pt x="325347" y="4613499"/>
                </a:cubicBezTo>
                <a:cubicBezTo>
                  <a:pt x="243939" y="4478331"/>
                  <a:pt x="95658" y="4521016"/>
                  <a:pt x="25879" y="4378734"/>
                </a:cubicBezTo>
                <a:cubicBezTo>
                  <a:pt x="113103" y="4353835"/>
                  <a:pt x="179975" y="4403633"/>
                  <a:pt x="249753" y="4414305"/>
                </a:cubicBezTo>
                <a:cubicBezTo>
                  <a:pt x="313718" y="4424975"/>
                  <a:pt x="328254" y="4400076"/>
                  <a:pt x="313718" y="4321821"/>
                </a:cubicBezTo>
                <a:cubicBezTo>
                  <a:pt x="290458" y="4200882"/>
                  <a:pt x="325347" y="4140411"/>
                  <a:pt x="418386" y="4172424"/>
                </a:cubicBezTo>
                <a:cubicBezTo>
                  <a:pt x="505609" y="4204438"/>
                  <a:pt x="514332" y="4158196"/>
                  <a:pt x="491072" y="4090612"/>
                </a:cubicBezTo>
                <a:cubicBezTo>
                  <a:pt x="456183" y="3991015"/>
                  <a:pt x="493979" y="3912759"/>
                  <a:pt x="520147" y="3827390"/>
                </a:cubicBezTo>
                <a:cubicBezTo>
                  <a:pt x="560851" y="3699337"/>
                  <a:pt x="543407" y="3635309"/>
                  <a:pt x="459090" y="3539269"/>
                </a:cubicBezTo>
                <a:cubicBezTo>
                  <a:pt x="409664" y="3485914"/>
                  <a:pt x="360236" y="3439672"/>
                  <a:pt x="290458" y="3393429"/>
                </a:cubicBezTo>
                <a:cubicBezTo>
                  <a:pt x="450368" y="3368530"/>
                  <a:pt x="284643" y="3283162"/>
                  <a:pt x="339884" y="3229805"/>
                </a:cubicBezTo>
                <a:cubicBezTo>
                  <a:pt x="453275" y="3208463"/>
                  <a:pt x="543407" y="3379202"/>
                  <a:pt x="697501" y="3329402"/>
                </a:cubicBezTo>
                <a:cubicBezTo>
                  <a:pt x="511425" y="3183563"/>
                  <a:pt x="302087" y="3137322"/>
                  <a:pt x="165437" y="2941684"/>
                </a:cubicBezTo>
                <a:cubicBezTo>
                  <a:pt x="197419" y="2899000"/>
                  <a:pt x="229401" y="2941684"/>
                  <a:pt x="255568" y="2923898"/>
                </a:cubicBezTo>
                <a:cubicBezTo>
                  <a:pt x="255568" y="2913227"/>
                  <a:pt x="560851" y="2980812"/>
                  <a:pt x="578296" y="2703362"/>
                </a:cubicBezTo>
                <a:cubicBezTo>
                  <a:pt x="584111" y="2703362"/>
                  <a:pt x="589926" y="2703362"/>
                  <a:pt x="595740" y="2692689"/>
                </a:cubicBezTo>
                <a:cubicBezTo>
                  <a:pt x="627722" y="2653563"/>
                  <a:pt x="598648" y="2561080"/>
                  <a:pt x="650982" y="2553965"/>
                </a:cubicBezTo>
                <a:cubicBezTo>
                  <a:pt x="709132" y="2546851"/>
                  <a:pt x="764373" y="2514837"/>
                  <a:pt x="825429" y="2532623"/>
                </a:cubicBezTo>
                <a:cubicBezTo>
                  <a:pt x="871949" y="2546851"/>
                  <a:pt x="921375" y="2564636"/>
                  <a:pt x="970802" y="2564636"/>
                </a:cubicBezTo>
                <a:cubicBezTo>
                  <a:pt x="1023136" y="2564636"/>
                  <a:pt x="1095822" y="2685576"/>
                  <a:pt x="1127805" y="2525509"/>
                </a:cubicBezTo>
                <a:cubicBezTo>
                  <a:pt x="1127805" y="2518395"/>
                  <a:pt x="1217936" y="2536181"/>
                  <a:pt x="1267362" y="2543294"/>
                </a:cubicBezTo>
                <a:cubicBezTo>
                  <a:pt x="1308067" y="2550408"/>
                  <a:pt x="1357494" y="2582422"/>
                  <a:pt x="1386568" y="2518395"/>
                </a:cubicBezTo>
                <a:cubicBezTo>
                  <a:pt x="1401105" y="2479267"/>
                  <a:pt x="1331326" y="2408126"/>
                  <a:pt x="1270270" y="2401012"/>
                </a:cubicBezTo>
                <a:cubicBezTo>
                  <a:pt x="1215029" y="2393898"/>
                  <a:pt x="1159787" y="2386784"/>
                  <a:pt x="1107453" y="2401012"/>
                </a:cubicBezTo>
                <a:cubicBezTo>
                  <a:pt x="1043489" y="2418796"/>
                  <a:pt x="1008599" y="2390340"/>
                  <a:pt x="991154" y="2326314"/>
                </a:cubicBezTo>
                <a:cubicBezTo>
                  <a:pt x="970802" y="2258731"/>
                  <a:pt x="933005" y="2223159"/>
                  <a:pt x="880671" y="2191146"/>
                </a:cubicBezTo>
                <a:cubicBezTo>
                  <a:pt x="752743" y="2112891"/>
                  <a:pt x="630630" y="2020407"/>
                  <a:pt x="491072" y="1974165"/>
                </a:cubicBezTo>
                <a:cubicBezTo>
                  <a:pt x="464905" y="1967051"/>
                  <a:pt x="432923" y="1952823"/>
                  <a:pt x="421293" y="1892353"/>
                </a:cubicBezTo>
                <a:cubicBezTo>
                  <a:pt x="799262" y="1984836"/>
                  <a:pt x="1142342" y="2223159"/>
                  <a:pt x="1531941" y="2208931"/>
                </a:cubicBezTo>
                <a:cubicBezTo>
                  <a:pt x="1427272" y="2134233"/>
                  <a:pt x="1302252" y="2130676"/>
                  <a:pt x="1188861" y="2077320"/>
                </a:cubicBezTo>
                <a:cubicBezTo>
                  <a:pt x="1270270" y="2038192"/>
                  <a:pt x="1345864" y="2080877"/>
                  <a:pt x="1421458" y="2102219"/>
                </a:cubicBezTo>
                <a:cubicBezTo>
                  <a:pt x="1485422" y="2120004"/>
                  <a:pt x="1543571" y="2123562"/>
                  <a:pt x="1549386" y="2013292"/>
                </a:cubicBezTo>
                <a:cubicBezTo>
                  <a:pt x="1549386" y="2002622"/>
                  <a:pt x="1549386" y="1995507"/>
                  <a:pt x="1549386" y="1984836"/>
                </a:cubicBezTo>
                <a:cubicBezTo>
                  <a:pt x="1526126" y="1938595"/>
                  <a:pt x="1494144" y="1917252"/>
                  <a:pt x="1453440" y="1903025"/>
                </a:cubicBezTo>
                <a:cubicBezTo>
                  <a:pt x="1430180" y="1895910"/>
                  <a:pt x="1398198" y="1881683"/>
                  <a:pt x="1398198" y="1849668"/>
                </a:cubicBezTo>
                <a:cubicBezTo>
                  <a:pt x="1401105" y="1728729"/>
                  <a:pt x="1322604" y="1693158"/>
                  <a:pt x="1247011" y="1657587"/>
                </a:cubicBezTo>
                <a:cubicBezTo>
                  <a:pt x="1287715" y="1597117"/>
                  <a:pt x="1322604" y="1639802"/>
                  <a:pt x="1354586" y="1636245"/>
                </a:cubicBezTo>
                <a:cubicBezTo>
                  <a:pt x="1374939" y="1632688"/>
                  <a:pt x="1395290" y="1629132"/>
                  <a:pt x="1395290" y="1597117"/>
                </a:cubicBezTo>
                <a:cubicBezTo>
                  <a:pt x="1395290" y="1572219"/>
                  <a:pt x="1386568" y="1540204"/>
                  <a:pt x="1366216" y="1540204"/>
                </a:cubicBezTo>
                <a:cubicBezTo>
                  <a:pt x="1238288" y="1536647"/>
                  <a:pt x="1165601" y="1365909"/>
                  <a:pt x="1031858" y="1365909"/>
                </a:cubicBezTo>
                <a:cubicBezTo>
                  <a:pt x="950450" y="1365909"/>
                  <a:pt x="1072563" y="1269868"/>
                  <a:pt x="1005692" y="1230741"/>
                </a:cubicBezTo>
                <a:cubicBezTo>
                  <a:pt x="991154" y="1220069"/>
                  <a:pt x="1046396" y="1205842"/>
                  <a:pt x="1069655" y="1209399"/>
                </a:cubicBezTo>
                <a:cubicBezTo>
                  <a:pt x="1092915" y="1212955"/>
                  <a:pt x="1113268" y="1237855"/>
                  <a:pt x="1142342" y="1220069"/>
                </a:cubicBezTo>
                <a:cubicBezTo>
                  <a:pt x="1156879" y="1156043"/>
                  <a:pt x="1119082" y="1131144"/>
                  <a:pt x="1084193" y="1113358"/>
                </a:cubicBezTo>
                <a:cubicBezTo>
                  <a:pt x="1008599" y="1070674"/>
                  <a:pt x="933005" y="1020875"/>
                  <a:pt x="848689" y="1006647"/>
                </a:cubicBezTo>
                <a:cubicBezTo>
                  <a:pt x="819615" y="1003089"/>
                  <a:pt x="802169" y="985305"/>
                  <a:pt x="805077" y="949734"/>
                </a:cubicBezTo>
                <a:cubicBezTo>
                  <a:pt x="810892" y="903491"/>
                  <a:pt x="839967" y="917720"/>
                  <a:pt x="863226" y="921277"/>
                </a:cubicBezTo>
                <a:cubicBezTo>
                  <a:pt x="877764" y="924835"/>
                  <a:pt x="892301" y="935506"/>
                  <a:pt x="906838" y="910606"/>
                </a:cubicBezTo>
                <a:cubicBezTo>
                  <a:pt x="566666" y="658055"/>
                  <a:pt x="386404" y="672284"/>
                  <a:pt x="5527" y="465975"/>
                </a:cubicBezTo>
                <a:cubicBezTo>
                  <a:pt x="89843" y="426847"/>
                  <a:pt x="150900" y="455303"/>
                  <a:pt x="209049" y="462417"/>
                </a:cubicBezTo>
                <a:cubicBezTo>
                  <a:pt x="354422" y="480203"/>
                  <a:pt x="264290" y="512216"/>
                  <a:pt x="409664" y="533558"/>
                </a:cubicBezTo>
                <a:cubicBezTo>
                  <a:pt x="479443" y="544229"/>
                  <a:pt x="543407" y="579800"/>
                  <a:pt x="621908" y="522887"/>
                </a:cubicBezTo>
                <a:cubicBezTo>
                  <a:pt x="674242" y="483759"/>
                  <a:pt x="758558" y="526444"/>
                  <a:pt x="822522" y="558458"/>
                </a:cubicBezTo>
                <a:cubicBezTo>
                  <a:pt x="874856" y="586915"/>
                  <a:pt x="927190" y="594028"/>
                  <a:pt x="996969" y="558458"/>
                </a:cubicBezTo>
                <a:cubicBezTo>
                  <a:pt x="933005" y="537116"/>
                  <a:pt x="883579" y="519330"/>
                  <a:pt x="834151" y="505101"/>
                </a:cubicBezTo>
                <a:cubicBezTo>
                  <a:pt x="793447" y="494431"/>
                  <a:pt x="770187" y="469532"/>
                  <a:pt x="773095" y="416176"/>
                </a:cubicBezTo>
                <a:cubicBezTo>
                  <a:pt x="773095" y="387720"/>
                  <a:pt x="764373" y="348592"/>
                  <a:pt x="793447" y="334364"/>
                </a:cubicBezTo>
                <a:cubicBezTo>
                  <a:pt x="816707" y="320135"/>
                  <a:pt x="848689" y="334364"/>
                  <a:pt x="860319" y="359262"/>
                </a:cubicBezTo>
                <a:cubicBezTo>
                  <a:pt x="874856" y="405504"/>
                  <a:pt x="889393" y="448189"/>
                  <a:pt x="938820" y="451747"/>
                </a:cubicBezTo>
                <a:cubicBezTo>
                  <a:pt x="1005692" y="458860"/>
                  <a:pt x="967894" y="430405"/>
                  <a:pt x="956265" y="394834"/>
                </a:cubicBezTo>
                <a:cubicBezTo>
                  <a:pt x="944635" y="355706"/>
                  <a:pt x="979525" y="345034"/>
                  <a:pt x="1002784" y="352148"/>
                </a:cubicBezTo>
                <a:cubicBezTo>
                  <a:pt x="1090008" y="384162"/>
                  <a:pt x="1180139" y="327250"/>
                  <a:pt x="1270270" y="373491"/>
                </a:cubicBezTo>
                <a:cubicBezTo>
                  <a:pt x="1247011" y="259665"/>
                  <a:pt x="1197583" y="209867"/>
                  <a:pt x="1092915" y="192082"/>
                </a:cubicBezTo>
                <a:cubicBezTo>
                  <a:pt x="1055118" y="188525"/>
                  <a:pt x="1014414" y="195638"/>
                  <a:pt x="979525" y="163625"/>
                </a:cubicBezTo>
                <a:cubicBezTo>
                  <a:pt x="959172" y="145839"/>
                  <a:pt x="938820" y="124497"/>
                  <a:pt x="953358" y="88927"/>
                </a:cubicBezTo>
                <a:cubicBezTo>
                  <a:pt x="962080" y="64027"/>
                  <a:pt x="985339" y="64027"/>
                  <a:pt x="1005692" y="71141"/>
                </a:cubicBezTo>
                <a:cubicBezTo>
                  <a:pt x="1090008" y="110269"/>
                  <a:pt x="1180139" y="120941"/>
                  <a:pt x="1267362" y="135168"/>
                </a:cubicBezTo>
                <a:cubicBezTo>
                  <a:pt x="1281900" y="138725"/>
                  <a:pt x="1296437" y="145839"/>
                  <a:pt x="1310975" y="110269"/>
                </a:cubicBezTo>
                <a:cubicBezTo>
                  <a:pt x="1209214" y="78255"/>
                  <a:pt x="1110360" y="35571"/>
                  <a:pt x="1008599" y="0"/>
                </a:cubicBez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8E63878-DDA7-3E68-C9EF-8F1FDBAD28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966" y="428522"/>
            <a:ext cx="4953001" cy="1743323"/>
          </a:xfrm>
        </p:spPr>
        <p:txBody>
          <a:bodyPr>
            <a:normAutofit/>
          </a:bodyPr>
          <a:lstStyle/>
          <a:p>
            <a:r>
              <a:rPr lang="pt-PT" b="1" dirty="0">
                <a:latin typeface="Arial" panose="020B0604020202020204" pitchFamily="34" charset="0"/>
                <a:cs typeface="Arial" panose="020B0604020202020204" pitchFamily="34" charset="0"/>
              </a:rPr>
              <a:t>Tecnologias Utilizadas</a:t>
            </a:r>
            <a:endParaRPr lang="pt-PT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Imagem 3" descr="HTML, CSS e Javascript: quais as diferenças e como aprender? – Insights para te ajudar na carreira em tecnologia | Blog da Trybe">
            <a:extLst>
              <a:ext uri="{FF2B5EF4-FFF2-40B4-BE49-F238E27FC236}">
                <a16:creationId xmlns:a16="http://schemas.microsoft.com/office/drawing/2014/main" id="{8BEC6A83-C8E3-CCDF-A753-B025FE8A85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6094476" y="573139"/>
            <a:ext cx="3810000" cy="1905000"/>
          </a:xfrm>
          <a:prstGeom prst="rect">
            <a:avLst/>
          </a:prstGeom>
        </p:spPr>
      </p:pic>
      <p:pic>
        <p:nvPicPr>
          <p:cNvPr id="6" name="Imagem 5" descr="Vercel WAF - Cyderes Documentation">
            <a:extLst>
              <a:ext uri="{FF2B5EF4-FFF2-40B4-BE49-F238E27FC236}">
                <a16:creationId xmlns:a16="http://schemas.microsoft.com/office/drawing/2014/main" id="{A81D8C76-4530-50C7-7DB6-3AEA339EEC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564346" y="4956278"/>
            <a:ext cx="4038600" cy="1473200"/>
          </a:xfrm>
          <a:prstGeom prst="rect">
            <a:avLst/>
          </a:prstGeom>
        </p:spPr>
      </p:pic>
      <p:pic>
        <p:nvPicPr>
          <p:cNvPr id="7" name="Imagem 6" descr="Desvendando o GitHub: O Epicentro da Colaboração na Programação">
            <a:extLst>
              <a:ext uri="{FF2B5EF4-FFF2-40B4-BE49-F238E27FC236}">
                <a16:creationId xmlns:a16="http://schemas.microsoft.com/office/drawing/2014/main" id="{FC37C56A-BAD8-394F-36B0-073FDB0E7E3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6688359" y="2800556"/>
            <a:ext cx="4686300" cy="1727200"/>
          </a:xfrm>
          <a:prstGeom prst="rect">
            <a:avLst/>
          </a:prstGeom>
        </p:spPr>
      </p:pic>
      <p:pic>
        <p:nvPicPr>
          <p:cNvPr id="12" name="Imagem 11" descr="Google Gemini | IT | Pepperdine Community">
            <a:extLst>
              <a:ext uri="{FF2B5EF4-FFF2-40B4-BE49-F238E27FC236}">
                <a16:creationId xmlns:a16="http://schemas.microsoft.com/office/drawing/2014/main" id="{3565A8EE-F9A2-0E4D-7567-5A3D6E55D9FB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5576" t="8054" r="5576" b="7801"/>
          <a:stretch>
            <a:fillRect/>
          </a:stretch>
        </p:blipFill>
        <p:spPr>
          <a:xfrm>
            <a:off x="1262322" y="2722597"/>
            <a:ext cx="4163716" cy="1186202"/>
          </a:xfrm>
          <a:prstGeom prst="rect">
            <a:avLst/>
          </a:prstGeom>
          <a:ln>
            <a:noFill/>
          </a:ln>
        </p:spPr>
      </p:pic>
      <p:pic>
        <p:nvPicPr>
          <p:cNvPr id="14" name="Imagem 13" descr="File:Claude AI symbol.svg - Wikimedia Commons">
            <a:extLst>
              <a:ext uri="{FF2B5EF4-FFF2-40B4-BE49-F238E27FC236}">
                <a16:creationId xmlns:a16="http://schemas.microsoft.com/office/drawing/2014/main" id="{943D0A59-C18D-D4FD-B8A4-D8A2A8AA1F0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2420943" y="4641875"/>
            <a:ext cx="1483049" cy="14830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36472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45A9F99-D9B1-4094-A2E2-B90AC1DB7B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7FAF607-473A-4A43-A23D-BBFF5C4117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21CCD9EE-583D-CD87-C25A-F5F910DED6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15556" y="681191"/>
            <a:ext cx="4977976" cy="1454051"/>
          </a:xfrm>
        </p:spPr>
        <p:txBody>
          <a:bodyPr>
            <a:normAutofit/>
          </a:bodyPr>
          <a:lstStyle/>
          <a:p>
            <a:r>
              <a:rPr lang="pt-PT" sz="3600" dirty="0">
                <a:solidFill>
                  <a:schemeClr val="tx2"/>
                </a:solidFill>
              </a:rPr>
              <a:t>Conclusão</a:t>
            </a:r>
          </a:p>
        </p:txBody>
      </p:sp>
      <p:pic>
        <p:nvPicPr>
          <p:cNvPr id="7" name="Graphic 6" descr="Marca de Verificação">
            <a:extLst>
              <a:ext uri="{FF2B5EF4-FFF2-40B4-BE49-F238E27FC236}">
                <a16:creationId xmlns:a16="http://schemas.microsoft.com/office/drawing/2014/main" id="{527F6DA5-7831-477B-A19B-FEBDC2085EA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86951" y="1793846"/>
            <a:ext cx="3620021" cy="3620021"/>
          </a:xfrm>
          <a:prstGeom prst="rect">
            <a:avLst/>
          </a:prstGeom>
        </p:spPr>
      </p:pic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CDC4071E-EFA3-2543-941F-EBA3D28142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27471" y="2135243"/>
            <a:ext cx="4977578" cy="3639289"/>
          </a:xfrm>
        </p:spPr>
        <p:txBody>
          <a:bodyPr anchor="ctr">
            <a:normAutofit/>
          </a:bodyPr>
          <a:lstStyle/>
          <a:p>
            <a:r>
              <a:rPr lang="pt-PT" sz="1800" b="1" dirty="0">
                <a:solidFill>
                  <a:schemeClr val="tx2"/>
                </a:solidFill>
              </a:rPr>
              <a:t>Plataforma completa para simulação financeira</a:t>
            </a:r>
            <a:endParaRPr lang="pt-PT" sz="1800" dirty="0">
              <a:solidFill>
                <a:schemeClr val="tx2"/>
              </a:solidFill>
            </a:endParaRPr>
          </a:p>
          <a:p>
            <a:r>
              <a:rPr lang="pt-PT" sz="1800" b="1" dirty="0">
                <a:solidFill>
                  <a:schemeClr val="tx2"/>
                </a:solidFill>
              </a:rPr>
              <a:t>Experiência prática, moderna e intuitiva</a:t>
            </a:r>
            <a:endParaRPr lang="pt-PT" sz="1800" dirty="0">
              <a:solidFill>
                <a:schemeClr val="tx2"/>
              </a:solidFill>
            </a:endParaRPr>
          </a:p>
          <a:p>
            <a:r>
              <a:rPr lang="pt-PT" sz="1800" b="1" dirty="0">
                <a:solidFill>
                  <a:schemeClr val="tx2"/>
                </a:solidFill>
              </a:rPr>
              <a:t>Integra várias dinâmicas numa única aplicação</a:t>
            </a:r>
            <a:endParaRPr lang="pt-PT" sz="1800" dirty="0">
              <a:solidFill>
                <a:schemeClr val="tx2"/>
              </a:solidFill>
            </a:endParaRPr>
          </a:p>
          <a:p>
            <a:r>
              <a:rPr lang="pt-PT" sz="1800" b="1" dirty="0">
                <a:solidFill>
                  <a:schemeClr val="tx2"/>
                </a:solidFill>
              </a:rPr>
              <a:t>Preparada para futuras melhorias</a:t>
            </a:r>
            <a:endParaRPr lang="pt-PT" sz="1800" dirty="0">
              <a:solidFill>
                <a:schemeClr val="tx2"/>
              </a:solidFill>
            </a:endParaRPr>
          </a:p>
          <a:p>
            <a:endParaRPr lang="pt-PT" sz="1800" dirty="0">
              <a:solidFill>
                <a:schemeClr val="tx2"/>
              </a:solidFill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C5F6476F-D303-44D3-B30F-1BA348F0F6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2635" y="52996"/>
            <a:ext cx="5928607" cy="6805005"/>
            <a:chOff x="6095999" y="52996"/>
            <a:chExt cx="6093363" cy="6805005"/>
          </a:xfrm>
          <a:solidFill>
            <a:schemeClr val="accent5">
              <a:alpha val="10000"/>
            </a:schemeClr>
          </a:solidFill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C972EB4B-0539-4430-9340-8117B9D7C3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1" y="52996"/>
              <a:ext cx="6093361" cy="6805003"/>
            </a:xfrm>
            <a:custGeom>
              <a:avLst/>
              <a:gdLst>
                <a:gd name="connsiteX0" fmla="*/ 3391253 w 5890489"/>
                <a:gd name="connsiteY0" fmla="*/ 0 h 6578438"/>
                <a:gd name="connsiteX1" fmla="*/ 3434974 w 5890489"/>
                <a:gd name="connsiteY1" fmla="*/ 646 h 6578438"/>
                <a:gd name="connsiteX2" fmla="*/ 3522419 w 5890489"/>
                <a:gd name="connsiteY2" fmla="*/ 2712 h 6578438"/>
                <a:gd name="connsiteX3" fmla="*/ 3610261 w 5890489"/>
                <a:gd name="connsiteY3" fmla="*/ 6458 h 6578438"/>
                <a:gd name="connsiteX4" fmla="*/ 3786872 w 5890489"/>
                <a:gd name="connsiteY4" fmla="*/ 20667 h 6578438"/>
                <a:gd name="connsiteX5" fmla="*/ 3962291 w 5890489"/>
                <a:gd name="connsiteY5" fmla="*/ 43530 h 6578438"/>
                <a:gd name="connsiteX6" fmla="*/ 4135855 w 5890489"/>
                <a:gd name="connsiteY6" fmla="*/ 75176 h 6578438"/>
                <a:gd name="connsiteX7" fmla="*/ 4307299 w 5890489"/>
                <a:gd name="connsiteY7" fmla="*/ 114315 h 6578438"/>
                <a:gd name="connsiteX8" fmla="*/ 4476358 w 5890489"/>
                <a:gd name="connsiteY8" fmla="*/ 160816 h 6578438"/>
                <a:gd name="connsiteX9" fmla="*/ 4559829 w 5890489"/>
                <a:gd name="connsiteY9" fmla="*/ 186779 h 6578438"/>
                <a:gd name="connsiteX10" fmla="*/ 4642901 w 5890489"/>
                <a:gd name="connsiteY10" fmla="*/ 213648 h 6578438"/>
                <a:gd name="connsiteX11" fmla="*/ 5280847 w 5890489"/>
                <a:gd name="connsiteY11" fmla="*/ 485936 h 6578438"/>
                <a:gd name="connsiteX12" fmla="*/ 5865400 w 5890489"/>
                <a:gd name="connsiteY12" fmla="*/ 851099 h 6578438"/>
                <a:gd name="connsiteX13" fmla="*/ 5890489 w 5890489"/>
                <a:gd name="connsiteY13" fmla="*/ 870950 h 6578438"/>
                <a:gd name="connsiteX14" fmla="*/ 5890489 w 5890489"/>
                <a:gd name="connsiteY14" fmla="*/ 1321814 h 6578438"/>
                <a:gd name="connsiteX15" fmla="*/ 5887395 w 5890489"/>
                <a:gd name="connsiteY15" fmla="*/ 1318952 h 6578438"/>
                <a:gd name="connsiteX16" fmla="*/ 5830291 w 5890489"/>
                <a:gd name="connsiteY16" fmla="*/ 1265992 h 6578438"/>
                <a:gd name="connsiteX17" fmla="*/ 5815981 w 5890489"/>
                <a:gd name="connsiteY17" fmla="*/ 1252687 h 6578438"/>
                <a:gd name="connsiteX18" fmla="*/ 5801142 w 5890489"/>
                <a:gd name="connsiteY18" fmla="*/ 1240158 h 6578438"/>
                <a:gd name="connsiteX19" fmla="*/ 5771464 w 5890489"/>
                <a:gd name="connsiteY19" fmla="*/ 1214969 h 6578438"/>
                <a:gd name="connsiteX20" fmla="*/ 5651030 w 5890489"/>
                <a:gd name="connsiteY20" fmla="*/ 1115767 h 6578438"/>
                <a:gd name="connsiteX21" fmla="*/ 5123183 w 5890489"/>
                <a:gd name="connsiteY21" fmla="*/ 780443 h 6578438"/>
                <a:gd name="connsiteX22" fmla="*/ 4533860 w 5890489"/>
                <a:gd name="connsiteY22" fmla="*/ 567701 h 6578438"/>
                <a:gd name="connsiteX23" fmla="*/ 4457281 w 5890489"/>
                <a:gd name="connsiteY23" fmla="*/ 550780 h 6578438"/>
                <a:gd name="connsiteX24" fmla="*/ 4380568 w 5890489"/>
                <a:gd name="connsiteY24" fmla="*/ 535279 h 6578438"/>
                <a:gd name="connsiteX25" fmla="*/ 4303325 w 5890489"/>
                <a:gd name="connsiteY25" fmla="*/ 522879 h 6578438"/>
                <a:gd name="connsiteX26" fmla="*/ 4264769 w 5890489"/>
                <a:gd name="connsiteY26" fmla="*/ 516679 h 6578438"/>
                <a:gd name="connsiteX27" fmla="*/ 4226082 w 5890489"/>
                <a:gd name="connsiteY27" fmla="*/ 511253 h 6578438"/>
                <a:gd name="connsiteX28" fmla="*/ 4070934 w 5890489"/>
                <a:gd name="connsiteY28" fmla="*/ 494848 h 6578438"/>
                <a:gd name="connsiteX29" fmla="*/ 3915521 w 5890489"/>
                <a:gd name="connsiteY29" fmla="*/ 486065 h 6578438"/>
                <a:gd name="connsiteX30" fmla="*/ 3760241 w 5890489"/>
                <a:gd name="connsiteY30" fmla="*/ 484257 h 6578438"/>
                <a:gd name="connsiteX31" fmla="*/ 3682734 w 5890489"/>
                <a:gd name="connsiteY31" fmla="*/ 486581 h 6578438"/>
                <a:gd name="connsiteX32" fmla="*/ 3605491 w 5890489"/>
                <a:gd name="connsiteY32" fmla="*/ 488907 h 6578438"/>
                <a:gd name="connsiteX33" fmla="*/ 3527454 w 5890489"/>
                <a:gd name="connsiteY33" fmla="*/ 493169 h 6578438"/>
                <a:gd name="connsiteX34" fmla="*/ 3449151 w 5890489"/>
                <a:gd name="connsiteY34" fmla="*/ 498336 h 6578438"/>
                <a:gd name="connsiteX35" fmla="*/ 3410067 w 5890489"/>
                <a:gd name="connsiteY35" fmla="*/ 500532 h 6578438"/>
                <a:gd name="connsiteX36" fmla="*/ 3371246 w 5890489"/>
                <a:gd name="connsiteY36" fmla="*/ 504279 h 6578438"/>
                <a:gd name="connsiteX37" fmla="*/ 3293739 w 5890489"/>
                <a:gd name="connsiteY37" fmla="*/ 511512 h 6578438"/>
                <a:gd name="connsiteX38" fmla="*/ 2689445 w 5890489"/>
                <a:gd name="connsiteY38" fmla="*/ 610198 h 6578438"/>
                <a:gd name="connsiteX39" fmla="*/ 2117875 w 5890489"/>
                <a:gd name="connsiteY39" fmla="*/ 800335 h 6578438"/>
                <a:gd name="connsiteX40" fmla="*/ 1981276 w 5890489"/>
                <a:gd name="connsiteY40" fmla="*/ 865566 h 6578438"/>
                <a:gd name="connsiteX41" fmla="*/ 1847991 w 5890489"/>
                <a:gd name="connsiteY41" fmla="*/ 938676 h 6578438"/>
                <a:gd name="connsiteX42" fmla="*/ 1783069 w 5890489"/>
                <a:gd name="connsiteY42" fmla="*/ 978718 h 6578438"/>
                <a:gd name="connsiteX43" fmla="*/ 1750609 w 5890489"/>
                <a:gd name="connsiteY43" fmla="*/ 998869 h 6578438"/>
                <a:gd name="connsiteX44" fmla="*/ 1734312 w 5890489"/>
                <a:gd name="connsiteY44" fmla="*/ 1008945 h 6578438"/>
                <a:gd name="connsiteX45" fmla="*/ 1718547 w 5890489"/>
                <a:gd name="connsiteY45" fmla="*/ 1019924 h 6578438"/>
                <a:gd name="connsiteX46" fmla="*/ 1655481 w 5890489"/>
                <a:gd name="connsiteY46" fmla="*/ 1063582 h 6578438"/>
                <a:gd name="connsiteX47" fmla="*/ 1593077 w 5890489"/>
                <a:gd name="connsiteY47" fmla="*/ 1108664 h 6578438"/>
                <a:gd name="connsiteX48" fmla="*/ 1532263 w 5890489"/>
                <a:gd name="connsiteY48" fmla="*/ 1156197 h 6578438"/>
                <a:gd name="connsiteX49" fmla="*/ 1472509 w 5890489"/>
                <a:gd name="connsiteY49" fmla="*/ 1205152 h 6578438"/>
                <a:gd name="connsiteX50" fmla="*/ 1414212 w 5890489"/>
                <a:gd name="connsiteY50" fmla="*/ 1256175 h 6578438"/>
                <a:gd name="connsiteX51" fmla="*/ 1357242 w 5890489"/>
                <a:gd name="connsiteY51" fmla="*/ 1308359 h 6578438"/>
                <a:gd name="connsiteX52" fmla="*/ 1153072 w 5890489"/>
                <a:gd name="connsiteY52" fmla="*/ 1529498 h 6578438"/>
                <a:gd name="connsiteX53" fmla="*/ 1002694 w 5890489"/>
                <a:gd name="connsiteY53" fmla="*/ 1770658 h 6578438"/>
                <a:gd name="connsiteX54" fmla="*/ 974076 w 5890489"/>
                <a:gd name="connsiteY54" fmla="*/ 1835371 h 6578438"/>
                <a:gd name="connsiteX55" fmla="*/ 949564 w 5890489"/>
                <a:gd name="connsiteY55" fmla="*/ 1903573 h 6578438"/>
                <a:gd name="connsiteX56" fmla="*/ 927173 w 5890489"/>
                <a:gd name="connsiteY56" fmla="*/ 1974229 h 6578438"/>
                <a:gd name="connsiteX57" fmla="*/ 906107 w 5890489"/>
                <a:gd name="connsiteY57" fmla="*/ 2046952 h 6578438"/>
                <a:gd name="connsiteX58" fmla="*/ 751092 w 5890489"/>
                <a:gd name="connsiteY58" fmla="*/ 2676266 h 6578438"/>
                <a:gd name="connsiteX59" fmla="*/ 547189 w 5890489"/>
                <a:gd name="connsiteY59" fmla="*/ 3308422 h 6578438"/>
                <a:gd name="connsiteX60" fmla="*/ 441195 w 5890489"/>
                <a:gd name="connsiteY60" fmla="*/ 3866306 h 6578438"/>
                <a:gd name="connsiteX61" fmla="*/ 527182 w 5890489"/>
                <a:gd name="connsiteY61" fmla="*/ 4439174 h 6578438"/>
                <a:gd name="connsiteX62" fmla="*/ 775073 w 5890489"/>
                <a:gd name="connsiteY62" fmla="*/ 4987240 h 6578438"/>
                <a:gd name="connsiteX63" fmla="*/ 943206 w 5890489"/>
                <a:gd name="connsiteY63" fmla="*/ 5244933 h 6578438"/>
                <a:gd name="connsiteX64" fmla="*/ 1133728 w 5890489"/>
                <a:gd name="connsiteY64" fmla="*/ 5490356 h 6578438"/>
                <a:gd name="connsiteX65" fmla="*/ 1359626 w 5890489"/>
                <a:gd name="connsiteY65" fmla="*/ 5709815 h 6578438"/>
                <a:gd name="connsiteX66" fmla="*/ 1481254 w 5890489"/>
                <a:gd name="connsiteY66" fmla="*/ 5809146 h 6578438"/>
                <a:gd name="connsiteX67" fmla="*/ 1543260 w 5890489"/>
                <a:gd name="connsiteY67" fmla="*/ 5856940 h 6578438"/>
                <a:gd name="connsiteX68" fmla="*/ 1607518 w 5890489"/>
                <a:gd name="connsiteY68" fmla="*/ 5901374 h 6578438"/>
                <a:gd name="connsiteX69" fmla="*/ 2145566 w 5890489"/>
                <a:gd name="connsiteY69" fmla="*/ 6193814 h 6578438"/>
                <a:gd name="connsiteX70" fmla="*/ 2214991 w 5890489"/>
                <a:gd name="connsiteY70" fmla="*/ 6221844 h 6578438"/>
                <a:gd name="connsiteX71" fmla="*/ 2249307 w 5890489"/>
                <a:gd name="connsiteY71" fmla="*/ 6236182 h 6578438"/>
                <a:gd name="connsiteX72" fmla="*/ 2284285 w 5890489"/>
                <a:gd name="connsiteY72" fmla="*/ 6248711 h 6578438"/>
                <a:gd name="connsiteX73" fmla="*/ 2354241 w 5890489"/>
                <a:gd name="connsiteY73" fmla="*/ 6273124 h 6578438"/>
                <a:gd name="connsiteX74" fmla="*/ 2371597 w 5890489"/>
                <a:gd name="connsiteY74" fmla="*/ 6279324 h 6578438"/>
                <a:gd name="connsiteX75" fmla="*/ 2387894 w 5890489"/>
                <a:gd name="connsiteY75" fmla="*/ 6287719 h 6578438"/>
                <a:gd name="connsiteX76" fmla="*/ 2421414 w 5890489"/>
                <a:gd name="connsiteY76" fmla="*/ 6302186 h 6578438"/>
                <a:gd name="connsiteX77" fmla="*/ 2489117 w 5890489"/>
                <a:gd name="connsiteY77" fmla="*/ 6329441 h 6578438"/>
                <a:gd name="connsiteX78" fmla="*/ 2522902 w 5890489"/>
                <a:gd name="connsiteY78" fmla="*/ 6343134 h 6578438"/>
                <a:gd name="connsiteX79" fmla="*/ 2556953 w 5890489"/>
                <a:gd name="connsiteY79" fmla="*/ 6356051 h 6578438"/>
                <a:gd name="connsiteX80" fmla="*/ 2695009 w 5890489"/>
                <a:gd name="connsiteY80" fmla="*/ 6401905 h 6578438"/>
                <a:gd name="connsiteX81" fmla="*/ 3268035 w 5890489"/>
                <a:gd name="connsiteY81" fmla="*/ 6501238 h 6578438"/>
                <a:gd name="connsiteX82" fmla="*/ 3341038 w 5890489"/>
                <a:gd name="connsiteY82" fmla="*/ 6506145 h 6578438"/>
                <a:gd name="connsiteX83" fmla="*/ 3414703 w 5890489"/>
                <a:gd name="connsiteY83" fmla="*/ 6507050 h 6578438"/>
                <a:gd name="connsiteX84" fmla="*/ 3488237 w 5890489"/>
                <a:gd name="connsiteY84" fmla="*/ 6508212 h 6578438"/>
                <a:gd name="connsiteX85" fmla="*/ 3524142 w 5890489"/>
                <a:gd name="connsiteY85" fmla="*/ 6507955 h 6578438"/>
                <a:gd name="connsiteX86" fmla="*/ 3559252 w 5890489"/>
                <a:gd name="connsiteY86" fmla="*/ 6506921 h 6578438"/>
                <a:gd name="connsiteX87" fmla="*/ 3629207 w 5890489"/>
                <a:gd name="connsiteY87" fmla="*/ 6503045 h 6578438"/>
                <a:gd name="connsiteX88" fmla="*/ 3698633 w 5890489"/>
                <a:gd name="connsiteY88" fmla="*/ 6496845 h 6578438"/>
                <a:gd name="connsiteX89" fmla="*/ 3733213 w 5890489"/>
                <a:gd name="connsiteY89" fmla="*/ 6493357 h 6578438"/>
                <a:gd name="connsiteX90" fmla="*/ 3767529 w 5890489"/>
                <a:gd name="connsiteY90" fmla="*/ 6488707 h 6578438"/>
                <a:gd name="connsiteX91" fmla="*/ 3801845 w 5890489"/>
                <a:gd name="connsiteY91" fmla="*/ 6484057 h 6578438"/>
                <a:gd name="connsiteX92" fmla="*/ 3835895 w 5890489"/>
                <a:gd name="connsiteY92" fmla="*/ 6478116 h 6578438"/>
                <a:gd name="connsiteX93" fmla="*/ 4364801 w 5890489"/>
                <a:gd name="connsiteY93" fmla="*/ 6308517 h 6578438"/>
                <a:gd name="connsiteX94" fmla="*/ 4861379 w 5890489"/>
                <a:gd name="connsiteY94" fmla="*/ 6000576 h 6578438"/>
                <a:gd name="connsiteX95" fmla="*/ 5341263 w 5890489"/>
                <a:gd name="connsiteY95" fmla="*/ 5605834 h 6578438"/>
                <a:gd name="connsiteX96" fmla="*/ 5587301 w 5890489"/>
                <a:gd name="connsiteY96" fmla="*/ 5390379 h 6578438"/>
                <a:gd name="connsiteX97" fmla="*/ 5849105 w 5890489"/>
                <a:gd name="connsiteY97" fmla="*/ 5176344 h 6578438"/>
                <a:gd name="connsiteX98" fmla="*/ 5890489 w 5890489"/>
                <a:gd name="connsiteY98" fmla="*/ 5145260 h 6578438"/>
                <a:gd name="connsiteX99" fmla="*/ 5890489 w 5890489"/>
                <a:gd name="connsiteY99" fmla="*/ 5995323 h 6578438"/>
                <a:gd name="connsiteX100" fmla="*/ 5811477 w 5890489"/>
                <a:gd name="connsiteY100" fmla="*/ 6077819 h 6578438"/>
                <a:gd name="connsiteX101" fmla="*/ 5301384 w 5890489"/>
                <a:gd name="connsiteY101" fmla="*/ 6542958 h 6578438"/>
                <a:gd name="connsiteX102" fmla="*/ 5252008 w 5890489"/>
                <a:gd name="connsiteY102" fmla="*/ 6578438 h 6578438"/>
                <a:gd name="connsiteX103" fmla="*/ 1653730 w 5890489"/>
                <a:gd name="connsiteY103" fmla="*/ 6578438 h 6578438"/>
                <a:gd name="connsiteX104" fmla="*/ 1549768 w 5890489"/>
                <a:gd name="connsiteY104" fmla="*/ 6488821 h 6578438"/>
                <a:gd name="connsiteX105" fmla="*/ 1298282 w 5890489"/>
                <a:gd name="connsiteY105" fmla="*/ 6243932 h 6578438"/>
                <a:gd name="connsiteX106" fmla="*/ 1237999 w 5890489"/>
                <a:gd name="connsiteY106" fmla="*/ 6181671 h 6578438"/>
                <a:gd name="connsiteX107" fmla="*/ 1179967 w 5890489"/>
                <a:gd name="connsiteY107" fmla="*/ 6117862 h 6578438"/>
                <a:gd name="connsiteX108" fmla="*/ 1121936 w 5890489"/>
                <a:gd name="connsiteY108" fmla="*/ 6054569 h 6578438"/>
                <a:gd name="connsiteX109" fmla="*/ 1065628 w 5890489"/>
                <a:gd name="connsiteY109" fmla="*/ 5990243 h 6578438"/>
                <a:gd name="connsiteX110" fmla="*/ 954335 w 5890489"/>
                <a:gd name="connsiteY110" fmla="*/ 5861460 h 6578438"/>
                <a:gd name="connsiteX111" fmla="*/ 898953 w 5890489"/>
                <a:gd name="connsiteY111" fmla="*/ 5797393 h 6578438"/>
                <a:gd name="connsiteX112" fmla="*/ 842908 w 5890489"/>
                <a:gd name="connsiteY112" fmla="*/ 5733582 h 6578438"/>
                <a:gd name="connsiteX113" fmla="*/ 622442 w 5890489"/>
                <a:gd name="connsiteY113" fmla="*/ 5471884 h 6578438"/>
                <a:gd name="connsiteX114" fmla="*/ 425559 w 5890489"/>
                <a:gd name="connsiteY114" fmla="*/ 5190036 h 6578438"/>
                <a:gd name="connsiteX115" fmla="*/ 123877 w 5890489"/>
                <a:gd name="connsiteY115" fmla="*/ 4564210 h 6578438"/>
                <a:gd name="connsiteX116" fmla="*/ 130 w 5890489"/>
                <a:gd name="connsiteY116" fmla="*/ 3865530 h 6578438"/>
                <a:gd name="connsiteX117" fmla="*/ 30602 w 5890489"/>
                <a:gd name="connsiteY117" fmla="*/ 3505793 h 6578438"/>
                <a:gd name="connsiteX118" fmla="*/ 126924 w 5890489"/>
                <a:gd name="connsiteY118" fmla="*/ 3157164 h 6578438"/>
                <a:gd name="connsiteX119" fmla="*/ 334803 w 5890489"/>
                <a:gd name="connsiteY119" fmla="*/ 2560530 h 6578438"/>
                <a:gd name="connsiteX120" fmla="*/ 381176 w 5890489"/>
                <a:gd name="connsiteY120" fmla="*/ 2409144 h 6578438"/>
                <a:gd name="connsiteX121" fmla="*/ 425825 w 5890489"/>
                <a:gd name="connsiteY121" fmla="*/ 2255819 h 6578438"/>
                <a:gd name="connsiteX122" fmla="*/ 470210 w 5890489"/>
                <a:gd name="connsiteY122" fmla="*/ 2099523 h 6578438"/>
                <a:gd name="connsiteX123" fmla="*/ 492998 w 5890489"/>
                <a:gd name="connsiteY123" fmla="*/ 2020213 h 6578438"/>
                <a:gd name="connsiteX124" fmla="*/ 517509 w 5890489"/>
                <a:gd name="connsiteY124" fmla="*/ 1939224 h 6578438"/>
                <a:gd name="connsiteX125" fmla="*/ 544007 w 5890489"/>
                <a:gd name="connsiteY125" fmla="*/ 1857201 h 6578438"/>
                <a:gd name="connsiteX126" fmla="*/ 573288 w 5890489"/>
                <a:gd name="connsiteY126" fmla="*/ 1774274 h 6578438"/>
                <a:gd name="connsiteX127" fmla="*/ 606146 w 5890489"/>
                <a:gd name="connsiteY127" fmla="*/ 1690832 h 6578438"/>
                <a:gd name="connsiteX128" fmla="*/ 644569 w 5890489"/>
                <a:gd name="connsiteY128" fmla="*/ 1607775 h 6578438"/>
                <a:gd name="connsiteX129" fmla="*/ 837874 w 5890489"/>
                <a:gd name="connsiteY129" fmla="*/ 1297638 h 6578438"/>
                <a:gd name="connsiteX130" fmla="*/ 1069602 w 5890489"/>
                <a:gd name="connsiteY130" fmla="*/ 1032194 h 6578438"/>
                <a:gd name="connsiteX131" fmla="*/ 1130548 w 5890489"/>
                <a:gd name="connsiteY131" fmla="*/ 970839 h 6578438"/>
                <a:gd name="connsiteX132" fmla="*/ 1192024 w 5890489"/>
                <a:gd name="connsiteY132" fmla="*/ 910129 h 6578438"/>
                <a:gd name="connsiteX133" fmla="*/ 1255356 w 5890489"/>
                <a:gd name="connsiteY133" fmla="*/ 850841 h 6578438"/>
                <a:gd name="connsiteX134" fmla="*/ 1319614 w 5890489"/>
                <a:gd name="connsiteY134" fmla="*/ 792068 h 6578438"/>
                <a:gd name="connsiteX135" fmla="*/ 1385728 w 5890489"/>
                <a:gd name="connsiteY135" fmla="*/ 734975 h 6578438"/>
                <a:gd name="connsiteX136" fmla="*/ 1452768 w 5890489"/>
                <a:gd name="connsiteY136" fmla="*/ 678528 h 6578438"/>
                <a:gd name="connsiteX137" fmla="*/ 1469594 w 5890489"/>
                <a:gd name="connsiteY137" fmla="*/ 664449 h 6578438"/>
                <a:gd name="connsiteX138" fmla="*/ 1487083 w 5890489"/>
                <a:gd name="connsiteY138" fmla="*/ 651015 h 6578438"/>
                <a:gd name="connsiteX139" fmla="*/ 1522193 w 5890489"/>
                <a:gd name="connsiteY139" fmla="*/ 624277 h 6578438"/>
                <a:gd name="connsiteX140" fmla="*/ 1592415 w 5890489"/>
                <a:gd name="connsiteY140" fmla="*/ 570671 h 6578438"/>
                <a:gd name="connsiteX141" fmla="*/ 1738287 w 5890489"/>
                <a:gd name="connsiteY141" fmla="*/ 469402 h 6578438"/>
                <a:gd name="connsiteX142" fmla="*/ 1890918 w 5890489"/>
                <a:gd name="connsiteY142" fmla="*/ 376530 h 6578438"/>
                <a:gd name="connsiteX143" fmla="*/ 2555363 w 5890489"/>
                <a:gd name="connsiteY143" fmla="*/ 105274 h 6578438"/>
                <a:gd name="connsiteX144" fmla="*/ 3259291 w 5890489"/>
                <a:gd name="connsiteY144" fmla="*/ 3229 h 6578438"/>
                <a:gd name="connsiteX145" fmla="*/ 3347265 w 5890489"/>
                <a:gd name="connsiteY145" fmla="*/ 903 h 6578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</a:cxnLst>
              <a:rect l="l" t="t" r="r" b="b"/>
              <a:pathLst>
                <a:path w="5890489" h="6578438">
                  <a:moveTo>
                    <a:pt x="3391253" y="0"/>
                  </a:moveTo>
                  <a:lnTo>
                    <a:pt x="3434974" y="646"/>
                  </a:lnTo>
                  <a:lnTo>
                    <a:pt x="3522419" y="2712"/>
                  </a:lnTo>
                  <a:cubicBezTo>
                    <a:pt x="3551567" y="3488"/>
                    <a:pt x="3580451" y="3746"/>
                    <a:pt x="3610261" y="6458"/>
                  </a:cubicBezTo>
                  <a:cubicBezTo>
                    <a:pt x="3669353" y="10850"/>
                    <a:pt x="3728179" y="14337"/>
                    <a:pt x="3786872" y="20667"/>
                  </a:cubicBezTo>
                  <a:lnTo>
                    <a:pt x="3962291" y="43530"/>
                  </a:lnTo>
                  <a:lnTo>
                    <a:pt x="4135855" y="75176"/>
                  </a:lnTo>
                  <a:cubicBezTo>
                    <a:pt x="4193224" y="87836"/>
                    <a:pt x="4250328" y="101398"/>
                    <a:pt x="4307299" y="114315"/>
                  </a:cubicBezTo>
                  <a:cubicBezTo>
                    <a:pt x="4364139" y="128394"/>
                    <a:pt x="4420050" y="145575"/>
                    <a:pt x="4476358" y="160816"/>
                  </a:cubicBezTo>
                  <a:cubicBezTo>
                    <a:pt x="4504580" y="167921"/>
                    <a:pt x="4532138" y="177995"/>
                    <a:pt x="4559829" y="186779"/>
                  </a:cubicBezTo>
                  <a:lnTo>
                    <a:pt x="4642901" y="213648"/>
                  </a:lnTo>
                  <a:cubicBezTo>
                    <a:pt x="4863234" y="288307"/>
                    <a:pt x="5076414" y="379371"/>
                    <a:pt x="5280847" y="485936"/>
                  </a:cubicBezTo>
                  <a:cubicBezTo>
                    <a:pt x="5485018" y="592631"/>
                    <a:pt x="5681768" y="713145"/>
                    <a:pt x="5865400" y="851099"/>
                  </a:cubicBezTo>
                  <a:lnTo>
                    <a:pt x="5890489" y="870950"/>
                  </a:lnTo>
                  <a:lnTo>
                    <a:pt x="5890489" y="1321814"/>
                  </a:lnTo>
                  <a:lnTo>
                    <a:pt x="5887395" y="1318952"/>
                  </a:lnTo>
                  <a:lnTo>
                    <a:pt x="5830291" y="1265992"/>
                  </a:lnTo>
                  <a:lnTo>
                    <a:pt x="5815981" y="1252687"/>
                  </a:lnTo>
                  <a:lnTo>
                    <a:pt x="5801142" y="1240158"/>
                  </a:lnTo>
                  <a:lnTo>
                    <a:pt x="5771464" y="1214969"/>
                  </a:lnTo>
                  <a:cubicBezTo>
                    <a:pt x="5731849" y="1181385"/>
                    <a:pt x="5692897" y="1146896"/>
                    <a:pt x="5651030" y="1115767"/>
                  </a:cubicBezTo>
                  <a:cubicBezTo>
                    <a:pt x="5487534" y="986985"/>
                    <a:pt x="5311321" y="872542"/>
                    <a:pt x="5123183" y="780443"/>
                  </a:cubicBezTo>
                  <a:cubicBezTo>
                    <a:pt x="4935309" y="688087"/>
                    <a:pt x="4737102" y="616398"/>
                    <a:pt x="4533860" y="567701"/>
                  </a:cubicBezTo>
                  <a:lnTo>
                    <a:pt x="4457281" y="550780"/>
                  </a:lnTo>
                  <a:cubicBezTo>
                    <a:pt x="4431709" y="545484"/>
                    <a:pt x="4406536" y="538896"/>
                    <a:pt x="4380568" y="535279"/>
                  </a:cubicBezTo>
                  <a:lnTo>
                    <a:pt x="4303325" y="522879"/>
                  </a:lnTo>
                  <a:lnTo>
                    <a:pt x="4264769" y="516679"/>
                  </a:lnTo>
                  <a:cubicBezTo>
                    <a:pt x="4251918" y="514612"/>
                    <a:pt x="4239067" y="512415"/>
                    <a:pt x="4226082" y="511253"/>
                  </a:cubicBezTo>
                  <a:cubicBezTo>
                    <a:pt x="4174145" y="505829"/>
                    <a:pt x="4122606" y="499498"/>
                    <a:pt x="4070934" y="494848"/>
                  </a:cubicBezTo>
                  <a:lnTo>
                    <a:pt x="3915521" y="486065"/>
                  </a:lnTo>
                  <a:lnTo>
                    <a:pt x="3760241" y="484257"/>
                  </a:lnTo>
                  <a:cubicBezTo>
                    <a:pt x="3734405" y="483869"/>
                    <a:pt x="3708571" y="485936"/>
                    <a:pt x="3682734" y="486581"/>
                  </a:cubicBezTo>
                  <a:lnTo>
                    <a:pt x="3605491" y="488907"/>
                  </a:lnTo>
                  <a:cubicBezTo>
                    <a:pt x="3579921" y="489165"/>
                    <a:pt x="3553555" y="491490"/>
                    <a:pt x="3527454" y="493169"/>
                  </a:cubicBezTo>
                  <a:lnTo>
                    <a:pt x="3449151" y="498336"/>
                  </a:lnTo>
                  <a:lnTo>
                    <a:pt x="3410067" y="500532"/>
                  </a:lnTo>
                  <a:lnTo>
                    <a:pt x="3371246" y="504279"/>
                  </a:lnTo>
                  <a:cubicBezTo>
                    <a:pt x="3345410" y="506862"/>
                    <a:pt x="3319575" y="509315"/>
                    <a:pt x="3293739" y="511512"/>
                  </a:cubicBezTo>
                  <a:cubicBezTo>
                    <a:pt x="3087450" y="531662"/>
                    <a:pt x="2885531" y="563180"/>
                    <a:pt x="2689445" y="610198"/>
                  </a:cubicBezTo>
                  <a:cubicBezTo>
                    <a:pt x="2493357" y="657344"/>
                    <a:pt x="2302303" y="719088"/>
                    <a:pt x="2117875" y="800335"/>
                  </a:cubicBezTo>
                  <a:cubicBezTo>
                    <a:pt x="2072298" y="821648"/>
                    <a:pt x="2026854" y="843606"/>
                    <a:pt x="1981276" y="865566"/>
                  </a:cubicBezTo>
                  <a:cubicBezTo>
                    <a:pt x="1937025" y="889978"/>
                    <a:pt x="1891978" y="913229"/>
                    <a:pt x="1847991" y="938676"/>
                  </a:cubicBezTo>
                  <a:lnTo>
                    <a:pt x="1783069" y="978718"/>
                  </a:lnTo>
                  <a:lnTo>
                    <a:pt x="1750609" y="998869"/>
                  </a:lnTo>
                  <a:lnTo>
                    <a:pt x="1734312" y="1008945"/>
                  </a:lnTo>
                  <a:lnTo>
                    <a:pt x="1718547" y="1019924"/>
                  </a:lnTo>
                  <a:lnTo>
                    <a:pt x="1655481" y="1063582"/>
                  </a:lnTo>
                  <a:cubicBezTo>
                    <a:pt x="1634414" y="1078178"/>
                    <a:pt x="1612950" y="1092259"/>
                    <a:pt x="1593077" y="1108664"/>
                  </a:cubicBezTo>
                  <a:lnTo>
                    <a:pt x="1532263" y="1156197"/>
                  </a:lnTo>
                  <a:cubicBezTo>
                    <a:pt x="1511992" y="1172085"/>
                    <a:pt x="1491587" y="1187844"/>
                    <a:pt x="1472509" y="1205152"/>
                  </a:cubicBezTo>
                  <a:lnTo>
                    <a:pt x="1414212" y="1256175"/>
                  </a:lnTo>
                  <a:cubicBezTo>
                    <a:pt x="1395001" y="1273354"/>
                    <a:pt x="1375127" y="1290147"/>
                    <a:pt x="1357242" y="1308359"/>
                  </a:cubicBezTo>
                  <a:cubicBezTo>
                    <a:pt x="1283178" y="1379532"/>
                    <a:pt x="1212163" y="1452513"/>
                    <a:pt x="1153072" y="1529498"/>
                  </a:cubicBezTo>
                  <a:cubicBezTo>
                    <a:pt x="1090933" y="1605578"/>
                    <a:pt x="1043501" y="1685794"/>
                    <a:pt x="1002694" y="1770658"/>
                  </a:cubicBezTo>
                  <a:lnTo>
                    <a:pt x="974076" y="1835371"/>
                  </a:lnTo>
                  <a:lnTo>
                    <a:pt x="949564" y="1903573"/>
                  </a:lnTo>
                  <a:cubicBezTo>
                    <a:pt x="940820" y="1925661"/>
                    <a:pt x="934593" y="1950719"/>
                    <a:pt x="927173" y="1974229"/>
                  </a:cubicBezTo>
                  <a:cubicBezTo>
                    <a:pt x="920019" y="1998254"/>
                    <a:pt x="912468" y="2021504"/>
                    <a:pt x="906107" y="2046952"/>
                  </a:cubicBezTo>
                  <a:cubicBezTo>
                    <a:pt x="853906" y="2245614"/>
                    <a:pt x="809918" y="2463136"/>
                    <a:pt x="751092" y="2676266"/>
                  </a:cubicBezTo>
                  <a:cubicBezTo>
                    <a:pt x="693458" y="2889912"/>
                    <a:pt x="624166" y="3100976"/>
                    <a:pt x="547189" y="3308422"/>
                  </a:cubicBezTo>
                  <a:cubicBezTo>
                    <a:pt x="479617" y="3487580"/>
                    <a:pt x="444109" y="3675523"/>
                    <a:pt x="441195" y="3866306"/>
                  </a:cubicBezTo>
                  <a:cubicBezTo>
                    <a:pt x="438014" y="4057089"/>
                    <a:pt x="469282" y="4250456"/>
                    <a:pt x="527182" y="4439174"/>
                  </a:cubicBezTo>
                  <a:cubicBezTo>
                    <a:pt x="584815" y="4628278"/>
                    <a:pt x="671067" y="4811828"/>
                    <a:pt x="775073" y="4987240"/>
                  </a:cubicBezTo>
                  <a:cubicBezTo>
                    <a:pt x="827009" y="5075075"/>
                    <a:pt x="884246" y="5160327"/>
                    <a:pt x="943206" y="5244933"/>
                  </a:cubicBezTo>
                  <a:cubicBezTo>
                    <a:pt x="1002296" y="5329411"/>
                    <a:pt x="1064964" y="5412337"/>
                    <a:pt x="1133728" y="5490356"/>
                  </a:cubicBezTo>
                  <a:cubicBezTo>
                    <a:pt x="1203949" y="5567728"/>
                    <a:pt x="1279337" y="5642259"/>
                    <a:pt x="1359626" y="5709815"/>
                  </a:cubicBezTo>
                  <a:cubicBezTo>
                    <a:pt x="1398711" y="5744949"/>
                    <a:pt x="1439916" y="5777241"/>
                    <a:pt x="1481254" y="5809146"/>
                  </a:cubicBezTo>
                  <a:cubicBezTo>
                    <a:pt x="1501922" y="5825163"/>
                    <a:pt x="1522325" y="5841309"/>
                    <a:pt x="1543260" y="5856940"/>
                  </a:cubicBezTo>
                  <a:cubicBezTo>
                    <a:pt x="1564591" y="5871923"/>
                    <a:pt x="1585921" y="5886777"/>
                    <a:pt x="1607518" y="5901374"/>
                  </a:cubicBezTo>
                  <a:cubicBezTo>
                    <a:pt x="1778565" y="6019693"/>
                    <a:pt x="1961271" y="6115924"/>
                    <a:pt x="2145566" y="6193814"/>
                  </a:cubicBezTo>
                  <a:lnTo>
                    <a:pt x="2214991" y="6221844"/>
                  </a:lnTo>
                  <a:lnTo>
                    <a:pt x="2249307" y="6236182"/>
                  </a:lnTo>
                  <a:cubicBezTo>
                    <a:pt x="2260702" y="6241089"/>
                    <a:pt x="2272625" y="6244577"/>
                    <a:pt x="2284285" y="6248711"/>
                  </a:cubicBezTo>
                  <a:lnTo>
                    <a:pt x="2354241" y="6273124"/>
                  </a:lnTo>
                  <a:cubicBezTo>
                    <a:pt x="2360070" y="6275190"/>
                    <a:pt x="2365899" y="6277128"/>
                    <a:pt x="2371597" y="6279324"/>
                  </a:cubicBezTo>
                  <a:cubicBezTo>
                    <a:pt x="2377161" y="6281778"/>
                    <a:pt x="2382329" y="6285007"/>
                    <a:pt x="2387894" y="6287719"/>
                  </a:cubicBezTo>
                  <a:cubicBezTo>
                    <a:pt x="2398757" y="6293274"/>
                    <a:pt x="2410153" y="6297666"/>
                    <a:pt x="2421414" y="6302186"/>
                  </a:cubicBezTo>
                  <a:lnTo>
                    <a:pt x="2489117" y="6329441"/>
                  </a:lnTo>
                  <a:lnTo>
                    <a:pt x="2522902" y="6343134"/>
                  </a:lnTo>
                  <a:cubicBezTo>
                    <a:pt x="2534165" y="6347654"/>
                    <a:pt x="2545294" y="6352563"/>
                    <a:pt x="2556953" y="6356051"/>
                  </a:cubicBezTo>
                  <a:lnTo>
                    <a:pt x="2695009" y="6401905"/>
                  </a:lnTo>
                  <a:cubicBezTo>
                    <a:pt x="2880895" y="6457190"/>
                    <a:pt x="3073141" y="6489095"/>
                    <a:pt x="3268035" y="6501238"/>
                  </a:cubicBezTo>
                  <a:cubicBezTo>
                    <a:pt x="3292413" y="6502659"/>
                    <a:pt x="3316527" y="6505629"/>
                    <a:pt x="3341038" y="6506145"/>
                  </a:cubicBezTo>
                  <a:lnTo>
                    <a:pt x="3414703" y="6507050"/>
                  </a:lnTo>
                  <a:lnTo>
                    <a:pt x="3488237" y="6508212"/>
                  </a:lnTo>
                  <a:cubicBezTo>
                    <a:pt x="3500690" y="6508729"/>
                    <a:pt x="3512483" y="6508471"/>
                    <a:pt x="3524142" y="6507955"/>
                  </a:cubicBezTo>
                  <a:lnTo>
                    <a:pt x="3559252" y="6506921"/>
                  </a:lnTo>
                  <a:cubicBezTo>
                    <a:pt x="3582835" y="6506792"/>
                    <a:pt x="3605889" y="6504467"/>
                    <a:pt x="3629207" y="6503045"/>
                  </a:cubicBezTo>
                  <a:cubicBezTo>
                    <a:pt x="3652526" y="6502012"/>
                    <a:pt x="3675579" y="6499171"/>
                    <a:pt x="3698633" y="6496845"/>
                  </a:cubicBezTo>
                  <a:cubicBezTo>
                    <a:pt x="3710160" y="6495683"/>
                    <a:pt x="3721819" y="6494907"/>
                    <a:pt x="3733213" y="6493357"/>
                  </a:cubicBezTo>
                  <a:lnTo>
                    <a:pt x="3767529" y="6488707"/>
                  </a:lnTo>
                  <a:lnTo>
                    <a:pt x="3801845" y="6484057"/>
                  </a:lnTo>
                  <a:lnTo>
                    <a:pt x="3835895" y="6478116"/>
                  </a:lnTo>
                  <a:cubicBezTo>
                    <a:pt x="4017673" y="6446727"/>
                    <a:pt x="4194152" y="6390281"/>
                    <a:pt x="4364801" y="6308517"/>
                  </a:cubicBezTo>
                  <a:cubicBezTo>
                    <a:pt x="4535583" y="6227139"/>
                    <a:pt x="4700138" y="6120962"/>
                    <a:pt x="4861379" y="6000576"/>
                  </a:cubicBezTo>
                  <a:cubicBezTo>
                    <a:pt x="5022621" y="5879931"/>
                    <a:pt x="5180684" y="5745337"/>
                    <a:pt x="5341263" y="5605834"/>
                  </a:cubicBezTo>
                  <a:lnTo>
                    <a:pt x="5587301" y="5390379"/>
                  </a:lnTo>
                  <a:cubicBezTo>
                    <a:pt x="5674216" y="5315718"/>
                    <a:pt x="5761527" y="5244416"/>
                    <a:pt x="5849105" y="5176344"/>
                  </a:cubicBezTo>
                  <a:lnTo>
                    <a:pt x="5890489" y="5145260"/>
                  </a:lnTo>
                  <a:lnTo>
                    <a:pt x="5890489" y="5995323"/>
                  </a:lnTo>
                  <a:lnTo>
                    <a:pt x="5811477" y="6077819"/>
                  </a:lnTo>
                  <a:cubicBezTo>
                    <a:pt x="5654739" y="6238377"/>
                    <a:pt x="5487138" y="6396093"/>
                    <a:pt x="5301384" y="6542958"/>
                  </a:cubicBezTo>
                  <a:lnTo>
                    <a:pt x="5252008" y="6578438"/>
                  </a:lnTo>
                  <a:lnTo>
                    <a:pt x="1653730" y="6578438"/>
                  </a:lnTo>
                  <a:lnTo>
                    <a:pt x="1549768" y="6488821"/>
                  </a:lnTo>
                  <a:cubicBezTo>
                    <a:pt x="1461976" y="6409495"/>
                    <a:pt x="1378573" y="6327182"/>
                    <a:pt x="1298282" y="6243932"/>
                  </a:cubicBezTo>
                  <a:cubicBezTo>
                    <a:pt x="1278277" y="6223006"/>
                    <a:pt x="1258138" y="6202210"/>
                    <a:pt x="1237999" y="6181671"/>
                  </a:cubicBezTo>
                  <a:lnTo>
                    <a:pt x="1179967" y="6117862"/>
                  </a:lnTo>
                  <a:lnTo>
                    <a:pt x="1121936" y="6054569"/>
                  </a:lnTo>
                  <a:cubicBezTo>
                    <a:pt x="1102328" y="6033644"/>
                    <a:pt x="1084573" y="6011427"/>
                    <a:pt x="1065628" y="5990243"/>
                  </a:cubicBezTo>
                  <a:cubicBezTo>
                    <a:pt x="1028662" y="5947099"/>
                    <a:pt x="990239" y="5904991"/>
                    <a:pt x="954335" y="5861460"/>
                  </a:cubicBezTo>
                  <a:cubicBezTo>
                    <a:pt x="936050" y="5840018"/>
                    <a:pt x="917634" y="5818446"/>
                    <a:pt x="898953" y="5797393"/>
                  </a:cubicBezTo>
                  <a:cubicBezTo>
                    <a:pt x="880404" y="5776208"/>
                    <a:pt x="861325" y="5755412"/>
                    <a:pt x="842908" y="5733582"/>
                  </a:cubicBezTo>
                  <a:cubicBezTo>
                    <a:pt x="767919" y="5647942"/>
                    <a:pt x="693061" y="5561786"/>
                    <a:pt x="622442" y="5471884"/>
                  </a:cubicBezTo>
                  <a:cubicBezTo>
                    <a:pt x="551559" y="5382112"/>
                    <a:pt x="486639" y="5287430"/>
                    <a:pt x="425559" y="5190036"/>
                  </a:cubicBezTo>
                  <a:cubicBezTo>
                    <a:pt x="303668" y="4994990"/>
                    <a:pt x="200193" y="4786123"/>
                    <a:pt x="123877" y="4564210"/>
                  </a:cubicBezTo>
                  <a:cubicBezTo>
                    <a:pt x="47694" y="4342555"/>
                    <a:pt x="2249" y="4106045"/>
                    <a:pt x="130" y="3865530"/>
                  </a:cubicBezTo>
                  <a:cubicBezTo>
                    <a:pt x="-1328" y="3745403"/>
                    <a:pt x="9537" y="3624629"/>
                    <a:pt x="30602" y="3505793"/>
                  </a:cubicBezTo>
                  <a:cubicBezTo>
                    <a:pt x="51802" y="3386828"/>
                    <a:pt x="84659" y="3270059"/>
                    <a:pt x="126924" y="3157164"/>
                  </a:cubicBezTo>
                  <a:cubicBezTo>
                    <a:pt x="200457" y="2959276"/>
                    <a:pt x="271737" y="2761388"/>
                    <a:pt x="334803" y="2560530"/>
                  </a:cubicBezTo>
                  <a:lnTo>
                    <a:pt x="381176" y="2409144"/>
                  </a:lnTo>
                  <a:lnTo>
                    <a:pt x="425825" y="2255819"/>
                  </a:lnTo>
                  <a:lnTo>
                    <a:pt x="470210" y="2099523"/>
                  </a:lnTo>
                  <a:lnTo>
                    <a:pt x="492998" y="2020213"/>
                  </a:lnTo>
                  <a:lnTo>
                    <a:pt x="517509" y="1939224"/>
                  </a:lnTo>
                  <a:cubicBezTo>
                    <a:pt x="525061" y="1912485"/>
                    <a:pt x="534866" y="1884586"/>
                    <a:pt x="544007" y="1857201"/>
                  </a:cubicBezTo>
                  <a:cubicBezTo>
                    <a:pt x="553680" y="1829559"/>
                    <a:pt x="561496" y="1802304"/>
                    <a:pt x="573288" y="1774274"/>
                  </a:cubicBezTo>
                  <a:lnTo>
                    <a:pt x="606146" y="1690832"/>
                  </a:lnTo>
                  <a:cubicBezTo>
                    <a:pt x="618467" y="1663060"/>
                    <a:pt x="631716" y="1635417"/>
                    <a:pt x="644569" y="1607775"/>
                  </a:cubicBezTo>
                  <a:cubicBezTo>
                    <a:pt x="698625" y="1498368"/>
                    <a:pt x="763413" y="1391287"/>
                    <a:pt x="837874" y="1297638"/>
                  </a:cubicBezTo>
                  <a:cubicBezTo>
                    <a:pt x="910348" y="1201278"/>
                    <a:pt x="990107" y="1115897"/>
                    <a:pt x="1069602" y="1032194"/>
                  </a:cubicBezTo>
                  <a:cubicBezTo>
                    <a:pt x="1089079" y="1010624"/>
                    <a:pt x="1110012" y="990990"/>
                    <a:pt x="1130548" y="970839"/>
                  </a:cubicBezTo>
                  <a:lnTo>
                    <a:pt x="1192024" y="910129"/>
                  </a:lnTo>
                  <a:cubicBezTo>
                    <a:pt x="1212031" y="889462"/>
                    <a:pt x="1234024" y="870475"/>
                    <a:pt x="1255356" y="850841"/>
                  </a:cubicBezTo>
                  <a:lnTo>
                    <a:pt x="1319614" y="792068"/>
                  </a:lnTo>
                  <a:cubicBezTo>
                    <a:pt x="1340680" y="772176"/>
                    <a:pt x="1363469" y="753834"/>
                    <a:pt x="1385728" y="734975"/>
                  </a:cubicBezTo>
                  <a:lnTo>
                    <a:pt x="1452768" y="678528"/>
                  </a:lnTo>
                  <a:lnTo>
                    <a:pt x="1469594" y="664449"/>
                  </a:lnTo>
                  <a:lnTo>
                    <a:pt x="1487083" y="651015"/>
                  </a:lnTo>
                  <a:lnTo>
                    <a:pt x="1522193" y="624277"/>
                  </a:lnTo>
                  <a:lnTo>
                    <a:pt x="1592415" y="570671"/>
                  </a:lnTo>
                  <a:cubicBezTo>
                    <a:pt x="1640110" y="535925"/>
                    <a:pt x="1689531" y="503245"/>
                    <a:pt x="1738287" y="469402"/>
                  </a:cubicBezTo>
                  <a:cubicBezTo>
                    <a:pt x="1788634" y="438015"/>
                    <a:pt x="1839643" y="407013"/>
                    <a:pt x="1890918" y="376530"/>
                  </a:cubicBezTo>
                  <a:cubicBezTo>
                    <a:pt x="2098400" y="258209"/>
                    <a:pt x="2323503" y="166241"/>
                    <a:pt x="2555363" y="105274"/>
                  </a:cubicBezTo>
                  <a:cubicBezTo>
                    <a:pt x="2787223" y="44047"/>
                    <a:pt x="3024516" y="12013"/>
                    <a:pt x="3259291" y="3229"/>
                  </a:cubicBezTo>
                  <a:lnTo>
                    <a:pt x="3347265" y="903"/>
                  </a:ln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ACA5348F-9FF6-485F-898D-1BED7EC727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5999" y="52997"/>
              <a:ext cx="6093363" cy="6805004"/>
            </a:xfrm>
            <a:custGeom>
              <a:avLst/>
              <a:gdLst>
                <a:gd name="connsiteX0" fmla="*/ 3517682 w 5890491"/>
                <a:gd name="connsiteY0" fmla="*/ 0 h 6578439"/>
                <a:gd name="connsiteX1" fmla="*/ 5849513 w 5890491"/>
                <a:gd name="connsiteY1" fmla="*/ 841730 h 6578439"/>
                <a:gd name="connsiteX2" fmla="*/ 5890491 w 5890491"/>
                <a:gd name="connsiteY2" fmla="*/ 879061 h 6578439"/>
                <a:gd name="connsiteX3" fmla="*/ 5890491 w 5890491"/>
                <a:gd name="connsiteY3" fmla="*/ 2034114 h 6578439"/>
                <a:gd name="connsiteX4" fmla="*/ 5757065 w 5890491"/>
                <a:gd name="connsiteY4" fmla="*/ 1854938 h 6578439"/>
                <a:gd name="connsiteX5" fmla="*/ 5564060 w 5890491"/>
                <a:gd name="connsiteY5" fmla="*/ 1642182 h 6578439"/>
                <a:gd name="connsiteX6" fmla="*/ 3517551 w 5890491"/>
                <a:gd name="connsiteY6" fmla="*/ 790012 h 6578439"/>
                <a:gd name="connsiteX7" fmla="*/ 1611552 w 5890491"/>
                <a:gd name="connsiteY7" fmla="*/ 1543282 h 6578439"/>
                <a:gd name="connsiteX8" fmla="*/ 1340656 w 5890491"/>
                <a:gd name="connsiteY8" fmla="*/ 1897925 h 6578439"/>
                <a:gd name="connsiteX9" fmla="*/ 1201705 w 5890491"/>
                <a:gd name="connsiteY9" fmla="*/ 2361213 h 6578439"/>
                <a:gd name="connsiteX10" fmla="*/ 852705 w 5890491"/>
                <a:gd name="connsiteY10" fmla="*/ 3529176 h 6578439"/>
                <a:gd name="connsiteX11" fmla="*/ 863863 w 5890491"/>
                <a:gd name="connsiteY11" fmla="*/ 4437051 h 6578439"/>
                <a:gd name="connsiteX12" fmla="*/ 1413569 w 5890491"/>
                <a:gd name="connsiteY12" fmla="*/ 5357174 h 6578439"/>
                <a:gd name="connsiteX13" fmla="*/ 2339129 w 5890491"/>
                <a:gd name="connsiteY13" fmla="*/ 6143367 h 6578439"/>
                <a:gd name="connsiteX14" fmla="*/ 3439449 w 5890491"/>
                <a:gd name="connsiteY14" fmla="*/ 6420049 h 6578439"/>
                <a:gd name="connsiteX15" fmla="*/ 5251388 w 5890491"/>
                <a:gd name="connsiteY15" fmla="*/ 5349009 h 6578439"/>
                <a:gd name="connsiteX16" fmla="*/ 5657731 w 5890491"/>
                <a:gd name="connsiteY16" fmla="*/ 4959205 h 6578439"/>
                <a:gd name="connsiteX17" fmla="*/ 5836127 w 5890491"/>
                <a:gd name="connsiteY17" fmla="*/ 4792052 h 6578439"/>
                <a:gd name="connsiteX18" fmla="*/ 5890491 w 5890491"/>
                <a:gd name="connsiteY18" fmla="*/ 4738662 h 6578439"/>
                <a:gd name="connsiteX19" fmla="*/ 5890491 w 5890491"/>
                <a:gd name="connsiteY19" fmla="*/ 5821964 h 6578439"/>
                <a:gd name="connsiteX20" fmla="*/ 5802001 w 5890491"/>
                <a:gd name="connsiteY20" fmla="*/ 5907904 h 6578439"/>
                <a:gd name="connsiteX21" fmla="*/ 5294358 w 5890491"/>
                <a:gd name="connsiteY21" fmla="*/ 6397505 h 6578439"/>
                <a:gd name="connsiteX22" fmla="*/ 5077178 w 5890491"/>
                <a:gd name="connsiteY22" fmla="*/ 6578439 h 6578439"/>
                <a:gd name="connsiteX23" fmla="*/ 1567290 w 5890491"/>
                <a:gd name="connsiteY23" fmla="*/ 6578439 h 6578439"/>
                <a:gd name="connsiteX24" fmla="*/ 1508588 w 5890491"/>
                <a:gd name="connsiteY24" fmla="*/ 6535186 h 6578439"/>
                <a:gd name="connsiteX25" fmla="*/ 826498 w 5890491"/>
                <a:gd name="connsiteY25" fmla="*/ 5876034 h 6578439"/>
                <a:gd name="connsiteX26" fmla="*/ 122403 w 5890491"/>
                <a:gd name="connsiteY26" fmla="*/ 3255655 h 6578439"/>
                <a:gd name="connsiteX27" fmla="*/ 1061197 w 5890491"/>
                <a:gd name="connsiteY27" fmla="*/ 984650 h 6578439"/>
                <a:gd name="connsiteX28" fmla="*/ 3517682 w 5890491"/>
                <a:gd name="connsiteY28" fmla="*/ 0 h 6578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5890491" h="6578439">
                  <a:moveTo>
                    <a:pt x="3517682" y="0"/>
                  </a:moveTo>
                  <a:cubicBezTo>
                    <a:pt x="4402017" y="0"/>
                    <a:pt x="5213742" y="315483"/>
                    <a:pt x="5849513" y="841730"/>
                  </a:cubicBezTo>
                  <a:lnTo>
                    <a:pt x="5890491" y="879061"/>
                  </a:lnTo>
                  <a:lnTo>
                    <a:pt x="5890491" y="2034114"/>
                  </a:lnTo>
                  <a:lnTo>
                    <a:pt x="5757065" y="1854938"/>
                  </a:lnTo>
                  <a:cubicBezTo>
                    <a:pt x="5696443" y="1781264"/>
                    <a:pt x="5632076" y="1710299"/>
                    <a:pt x="5564060" y="1642182"/>
                  </a:cubicBezTo>
                  <a:cubicBezTo>
                    <a:pt x="5015393" y="1092636"/>
                    <a:pt x="4288592" y="790012"/>
                    <a:pt x="3517551" y="790012"/>
                  </a:cubicBezTo>
                  <a:cubicBezTo>
                    <a:pt x="2701750" y="790012"/>
                    <a:pt x="2131676" y="1015335"/>
                    <a:pt x="1611552" y="1543282"/>
                  </a:cubicBezTo>
                  <a:cubicBezTo>
                    <a:pt x="1435754" y="1721722"/>
                    <a:pt x="1375945" y="1822729"/>
                    <a:pt x="1340656" y="1897925"/>
                  </a:cubicBezTo>
                  <a:cubicBezTo>
                    <a:pt x="1289148" y="2007623"/>
                    <a:pt x="1252432" y="2155907"/>
                    <a:pt x="1201705" y="2361213"/>
                  </a:cubicBezTo>
                  <a:cubicBezTo>
                    <a:pt x="1133721" y="2635919"/>
                    <a:pt x="1040568" y="3012290"/>
                    <a:pt x="852705" y="3529176"/>
                  </a:cubicBezTo>
                  <a:cubicBezTo>
                    <a:pt x="749952" y="3811784"/>
                    <a:pt x="753584" y="4108747"/>
                    <a:pt x="863863" y="4437051"/>
                  </a:cubicBezTo>
                  <a:cubicBezTo>
                    <a:pt x="964800" y="4737438"/>
                    <a:pt x="1154869" y="5055603"/>
                    <a:pt x="1413569" y="5357174"/>
                  </a:cubicBezTo>
                  <a:cubicBezTo>
                    <a:pt x="1718326" y="5712343"/>
                    <a:pt x="2021008" y="5969404"/>
                    <a:pt x="2339129" y="6143367"/>
                  </a:cubicBezTo>
                  <a:cubicBezTo>
                    <a:pt x="2679565" y="6329577"/>
                    <a:pt x="3039591" y="6420049"/>
                    <a:pt x="3439449" y="6420049"/>
                  </a:cubicBezTo>
                  <a:cubicBezTo>
                    <a:pt x="4142246" y="6420049"/>
                    <a:pt x="4633828" y="5976251"/>
                    <a:pt x="5251388" y="5349009"/>
                  </a:cubicBezTo>
                  <a:cubicBezTo>
                    <a:pt x="5389949" y="5208364"/>
                    <a:pt x="5526047" y="5081677"/>
                    <a:pt x="5657731" y="4959205"/>
                  </a:cubicBezTo>
                  <a:cubicBezTo>
                    <a:pt x="5719520" y="4901722"/>
                    <a:pt x="5779200" y="4846206"/>
                    <a:pt x="5836127" y="4792052"/>
                  </a:cubicBezTo>
                  <a:lnTo>
                    <a:pt x="5890491" y="4738662"/>
                  </a:lnTo>
                  <a:lnTo>
                    <a:pt x="5890491" y="5821964"/>
                  </a:lnTo>
                  <a:lnTo>
                    <a:pt x="5802001" y="5907904"/>
                  </a:lnTo>
                  <a:cubicBezTo>
                    <a:pt x="5634962" y="6077456"/>
                    <a:pt x="5467509" y="6243625"/>
                    <a:pt x="5294358" y="6397505"/>
                  </a:cubicBezTo>
                  <a:lnTo>
                    <a:pt x="5077178" y="6578439"/>
                  </a:lnTo>
                  <a:lnTo>
                    <a:pt x="1567290" y="6578439"/>
                  </a:lnTo>
                  <a:lnTo>
                    <a:pt x="1508588" y="6535186"/>
                  </a:lnTo>
                  <a:cubicBezTo>
                    <a:pt x="1263991" y="6345442"/>
                    <a:pt x="1038054" y="6122666"/>
                    <a:pt x="826498" y="5876034"/>
                  </a:cubicBezTo>
                  <a:cubicBezTo>
                    <a:pt x="261613" y="5217713"/>
                    <a:pt x="-239182" y="4250314"/>
                    <a:pt x="122403" y="3255655"/>
                  </a:cubicBezTo>
                  <a:cubicBezTo>
                    <a:pt x="607497" y="1921629"/>
                    <a:pt x="393040" y="1662857"/>
                    <a:pt x="1061197" y="984650"/>
                  </a:cubicBezTo>
                  <a:cubicBezTo>
                    <a:pt x="1729484" y="306444"/>
                    <a:pt x="2498060" y="0"/>
                    <a:pt x="3517682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33B89F41-1D91-447A-88C5-8A917809FE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0" y="52997"/>
              <a:ext cx="6093362" cy="6805004"/>
            </a:xfrm>
            <a:custGeom>
              <a:avLst/>
              <a:gdLst>
                <a:gd name="connsiteX0" fmla="*/ 5890490 w 5890490"/>
                <a:gd name="connsiteY0" fmla="*/ 5389037 h 6578439"/>
                <a:gd name="connsiteX1" fmla="*/ 5890490 w 5890490"/>
                <a:gd name="connsiteY1" fmla="*/ 5855587 h 6578439"/>
                <a:gd name="connsiteX2" fmla="*/ 5784593 w 5890490"/>
                <a:gd name="connsiteY2" fmla="*/ 5962054 h 6578439"/>
                <a:gd name="connsiteX3" fmla="*/ 5663414 w 5890490"/>
                <a:gd name="connsiteY3" fmla="*/ 6082564 h 6578439"/>
                <a:gd name="connsiteX4" fmla="*/ 5147099 w 5890490"/>
                <a:gd name="connsiteY4" fmla="*/ 6547726 h 6578439"/>
                <a:gd name="connsiteX5" fmla="*/ 5105015 w 5890490"/>
                <a:gd name="connsiteY5" fmla="*/ 6578439 h 6578439"/>
                <a:gd name="connsiteX6" fmla="*/ 4385601 w 5890490"/>
                <a:gd name="connsiteY6" fmla="*/ 6578439 h 6578439"/>
                <a:gd name="connsiteX7" fmla="*/ 4507252 w 5890490"/>
                <a:gd name="connsiteY7" fmla="*/ 6515968 h 6578439"/>
                <a:gd name="connsiteX8" fmla="*/ 4909330 w 5890490"/>
                <a:gd name="connsiteY8" fmla="*/ 6253453 h 6578439"/>
                <a:gd name="connsiteX9" fmla="*/ 5411374 w 5890490"/>
                <a:gd name="connsiteY9" fmla="*/ 5828544 h 6578439"/>
                <a:gd name="connsiteX10" fmla="*/ 5533570 w 5890490"/>
                <a:gd name="connsiteY10" fmla="*/ 5714534 h 6578439"/>
                <a:gd name="connsiteX11" fmla="*/ 5657425 w 5890490"/>
                <a:gd name="connsiteY11" fmla="*/ 5597650 h 6578439"/>
                <a:gd name="connsiteX12" fmla="*/ 3336813 w 5890490"/>
                <a:gd name="connsiteY12" fmla="*/ 499 h 6578439"/>
                <a:gd name="connsiteX13" fmla="*/ 3513674 w 5890490"/>
                <a:gd name="connsiteY13" fmla="*/ 1202 h 6578439"/>
                <a:gd name="connsiteX14" fmla="*/ 3602743 w 5890490"/>
                <a:gd name="connsiteY14" fmla="*/ 4827 h 6578439"/>
                <a:gd name="connsiteX15" fmla="*/ 3647213 w 5890490"/>
                <a:gd name="connsiteY15" fmla="*/ 6703 h 6578439"/>
                <a:gd name="connsiteX16" fmla="*/ 3691684 w 5890490"/>
                <a:gd name="connsiteY16" fmla="*/ 9453 h 6578439"/>
                <a:gd name="connsiteX17" fmla="*/ 3868927 w 5890490"/>
                <a:gd name="connsiteY17" fmla="*/ 27080 h 6578439"/>
                <a:gd name="connsiteX18" fmla="*/ 5200872 w 5890490"/>
                <a:gd name="connsiteY18" fmla="*/ 472240 h 6578439"/>
                <a:gd name="connsiteX19" fmla="*/ 5772711 w 5890490"/>
                <a:gd name="connsiteY19" fmla="*/ 866334 h 6578439"/>
                <a:gd name="connsiteX20" fmla="*/ 5890490 w 5890490"/>
                <a:gd name="connsiteY20" fmla="*/ 972426 h 6578439"/>
                <a:gd name="connsiteX21" fmla="*/ 5890490 w 5890490"/>
                <a:gd name="connsiteY21" fmla="*/ 1158576 h 6578439"/>
                <a:gd name="connsiteX22" fmla="*/ 5676045 w 5890490"/>
                <a:gd name="connsiteY22" fmla="*/ 986969 h 6578439"/>
                <a:gd name="connsiteX23" fmla="*/ 5103776 w 5890490"/>
                <a:gd name="connsiteY23" fmla="*/ 655879 h 6578439"/>
                <a:gd name="connsiteX24" fmla="*/ 4482465 w 5890490"/>
                <a:gd name="connsiteY24" fmla="*/ 440363 h 6578439"/>
                <a:gd name="connsiteX25" fmla="*/ 4402444 w 5890490"/>
                <a:gd name="connsiteY25" fmla="*/ 422111 h 6578439"/>
                <a:gd name="connsiteX26" fmla="*/ 4322423 w 5890490"/>
                <a:gd name="connsiteY26" fmla="*/ 404610 h 6578439"/>
                <a:gd name="connsiteX27" fmla="*/ 4241892 w 5890490"/>
                <a:gd name="connsiteY27" fmla="*/ 389858 h 6578439"/>
                <a:gd name="connsiteX28" fmla="*/ 4201627 w 5890490"/>
                <a:gd name="connsiteY28" fmla="*/ 382483 h 6578439"/>
                <a:gd name="connsiteX29" fmla="*/ 4161234 w 5890490"/>
                <a:gd name="connsiteY29" fmla="*/ 375857 h 6578439"/>
                <a:gd name="connsiteX30" fmla="*/ 3999280 w 5890490"/>
                <a:gd name="connsiteY30" fmla="*/ 353606 h 6578439"/>
                <a:gd name="connsiteX31" fmla="*/ 3836817 w 5890490"/>
                <a:gd name="connsiteY31" fmla="*/ 338480 h 6578439"/>
                <a:gd name="connsiteX32" fmla="*/ 3673972 w 5890490"/>
                <a:gd name="connsiteY32" fmla="*/ 330604 h 6578439"/>
                <a:gd name="connsiteX33" fmla="*/ 3511126 w 5890490"/>
                <a:gd name="connsiteY33" fmla="*/ 328978 h 6578439"/>
                <a:gd name="connsiteX34" fmla="*/ 3183142 w 5890490"/>
                <a:gd name="connsiteY34" fmla="*/ 342854 h 6578439"/>
                <a:gd name="connsiteX35" fmla="*/ 2541444 w 5890490"/>
                <a:gd name="connsiteY35" fmla="*/ 439988 h 6578439"/>
                <a:gd name="connsiteX36" fmla="*/ 1933895 w 5890490"/>
                <a:gd name="connsiteY36" fmla="*/ 650505 h 6578439"/>
                <a:gd name="connsiteX37" fmla="*/ 1378079 w 5890490"/>
                <a:gd name="connsiteY37" fmla="*/ 983905 h 6578439"/>
                <a:gd name="connsiteX38" fmla="*/ 1312967 w 5890490"/>
                <a:gd name="connsiteY38" fmla="*/ 1033660 h 6578439"/>
                <a:gd name="connsiteX39" fmla="*/ 1248364 w 5890490"/>
                <a:gd name="connsiteY39" fmla="*/ 1084413 h 6578439"/>
                <a:gd name="connsiteX40" fmla="*/ 1185163 w 5890490"/>
                <a:gd name="connsiteY40" fmla="*/ 1137168 h 6578439"/>
                <a:gd name="connsiteX41" fmla="*/ 1122852 w 5890490"/>
                <a:gd name="connsiteY41" fmla="*/ 1190922 h 6578439"/>
                <a:gd name="connsiteX42" fmla="*/ 892092 w 5890490"/>
                <a:gd name="connsiteY42" fmla="*/ 1421440 h 6578439"/>
                <a:gd name="connsiteX43" fmla="*/ 707202 w 5890490"/>
                <a:gd name="connsiteY43" fmla="*/ 1684212 h 6578439"/>
                <a:gd name="connsiteX44" fmla="*/ 670121 w 5890490"/>
                <a:gd name="connsiteY44" fmla="*/ 1756093 h 6578439"/>
                <a:gd name="connsiteX45" fmla="*/ 637630 w 5890490"/>
                <a:gd name="connsiteY45" fmla="*/ 1830724 h 6578439"/>
                <a:gd name="connsiteX46" fmla="*/ 607685 w 5890490"/>
                <a:gd name="connsiteY46" fmla="*/ 1907105 h 6578439"/>
                <a:gd name="connsiteX47" fmla="*/ 580034 w 5890490"/>
                <a:gd name="connsiteY47" fmla="*/ 1984986 h 6578439"/>
                <a:gd name="connsiteX48" fmla="*/ 481919 w 5890490"/>
                <a:gd name="connsiteY48" fmla="*/ 2304386 h 6578439"/>
                <a:gd name="connsiteX49" fmla="*/ 433881 w 5890490"/>
                <a:gd name="connsiteY49" fmla="*/ 2465399 h 6578439"/>
                <a:gd name="connsiteX50" fmla="*/ 384442 w 5890490"/>
                <a:gd name="connsiteY50" fmla="*/ 2626163 h 6578439"/>
                <a:gd name="connsiteX51" fmla="*/ 166039 w 5890490"/>
                <a:gd name="connsiteY51" fmla="*/ 3261338 h 6578439"/>
                <a:gd name="connsiteX52" fmla="*/ 56202 w 5890490"/>
                <a:gd name="connsiteY52" fmla="*/ 3910265 h 6578439"/>
                <a:gd name="connsiteX53" fmla="*/ 93664 w 5890490"/>
                <a:gd name="connsiteY53" fmla="*/ 4237292 h 6578439"/>
                <a:gd name="connsiteX54" fmla="*/ 111758 w 5890490"/>
                <a:gd name="connsiteY54" fmla="*/ 4317548 h 6578439"/>
                <a:gd name="connsiteX55" fmla="*/ 133038 w 5890490"/>
                <a:gd name="connsiteY55" fmla="*/ 4397054 h 6578439"/>
                <a:gd name="connsiteX56" fmla="*/ 157757 w 5890490"/>
                <a:gd name="connsiteY56" fmla="*/ 4475560 h 6578439"/>
                <a:gd name="connsiteX57" fmla="*/ 185153 w 5890490"/>
                <a:gd name="connsiteY57" fmla="*/ 4553066 h 6578439"/>
                <a:gd name="connsiteX58" fmla="*/ 493642 w 5890490"/>
                <a:gd name="connsiteY58" fmla="*/ 5132239 h 6578439"/>
                <a:gd name="connsiteX59" fmla="*/ 914391 w 5890490"/>
                <a:gd name="connsiteY59" fmla="*/ 5636528 h 6578439"/>
                <a:gd name="connsiteX60" fmla="*/ 1402034 w 5890490"/>
                <a:gd name="connsiteY60" fmla="*/ 6076188 h 6578439"/>
                <a:gd name="connsiteX61" fmla="*/ 1664397 w 5890490"/>
                <a:gd name="connsiteY61" fmla="*/ 6267079 h 6578439"/>
                <a:gd name="connsiteX62" fmla="*/ 1938992 w 5890490"/>
                <a:gd name="connsiteY62" fmla="*/ 6434343 h 6578439"/>
                <a:gd name="connsiteX63" fmla="*/ 2225931 w 5890490"/>
                <a:gd name="connsiteY63" fmla="*/ 6574322 h 6578439"/>
                <a:gd name="connsiteX64" fmla="*/ 2236328 w 5890490"/>
                <a:gd name="connsiteY64" fmla="*/ 6578439 h 6578439"/>
                <a:gd name="connsiteX65" fmla="*/ 1504665 w 5890490"/>
                <a:gd name="connsiteY65" fmla="*/ 6578439 h 6578439"/>
                <a:gd name="connsiteX66" fmla="*/ 1456827 w 5890490"/>
                <a:gd name="connsiteY66" fmla="*/ 6543476 h 6578439"/>
                <a:gd name="connsiteX67" fmla="*/ 1188475 w 5890490"/>
                <a:gd name="connsiteY67" fmla="*/ 6314083 h 6578439"/>
                <a:gd name="connsiteX68" fmla="*/ 721728 w 5890490"/>
                <a:gd name="connsiteY68" fmla="*/ 5798666 h 6578439"/>
                <a:gd name="connsiteX69" fmla="*/ 344175 w 5890490"/>
                <a:gd name="connsiteY69" fmla="*/ 5219495 h 6578439"/>
                <a:gd name="connsiteX70" fmla="*/ 87293 w 5890490"/>
                <a:gd name="connsiteY70" fmla="*/ 4583569 h 6578439"/>
                <a:gd name="connsiteX71" fmla="*/ 65886 w 5890490"/>
                <a:gd name="connsiteY71" fmla="*/ 4500813 h 6578439"/>
                <a:gd name="connsiteX72" fmla="*/ 47409 w 5890490"/>
                <a:gd name="connsiteY72" fmla="*/ 4417431 h 6578439"/>
                <a:gd name="connsiteX73" fmla="*/ 39000 w 5890490"/>
                <a:gd name="connsiteY73" fmla="*/ 4375677 h 6578439"/>
                <a:gd name="connsiteX74" fmla="*/ 31610 w 5890490"/>
                <a:gd name="connsiteY74" fmla="*/ 4333674 h 6578439"/>
                <a:gd name="connsiteX75" fmla="*/ 18868 w 5890490"/>
                <a:gd name="connsiteY75" fmla="*/ 4249417 h 6578439"/>
                <a:gd name="connsiteX76" fmla="*/ 646 w 5890490"/>
                <a:gd name="connsiteY76" fmla="*/ 3910265 h 6578439"/>
                <a:gd name="connsiteX77" fmla="*/ 130234 w 5890490"/>
                <a:gd name="connsiteY77" fmla="*/ 3248337 h 6578439"/>
                <a:gd name="connsiteX78" fmla="*/ 335383 w 5890490"/>
                <a:gd name="connsiteY78" fmla="*/ 2611911 h 6578439"/>
                <a:gd name="connsiteX79" fmla="*/ 487272 w 5890490"/>
                <a:gd name="connsiteY79" fmla="*/ 1958609 h 6578439"/>
                <a:gd name="connsiteX80" fmla="*/ 508550 w 5890490"/>
                <a:gd name="connsiteY80" fmla="*/ 1876227 h 6578439"/>
                <a:gd name="connsiteX81" fmla="*/ 531742 w 5890490"/>
                <a:gd name="connsiteY81" fmla="*/ 1793721 h 6578439"/>
                <a:gd name="connsiteX82" fmla="*/ 558245 w 5890490"/>
                <a:gd name="connsiteY82" fmla="*/ 1711465 h 6578439"/>
                <a:gd name="connsiteX83" fmla="*/ 590100 w 5890490"/>
                <a:gd name="connsiteY83" fmla="*/ 1630332 h 6578439"/>
                <a:gd name="connsiteX84" fmla="*/ 758680 w 5890490"/>
                <a:gd name="connsiteY84" fmla="*/ 1322433 h 6578439"/>
                <a:gd name="connsiteX85" fmla="*/ 976317 w 5890490"/>
                <a:gd name="connsiteY85" fmla="*/ 1049286 h 6578439"/>
                <a:gd name="connsiteX86" fmla="*/ 1035314 w 5890490"/>
                <a:gd name="connsiteY86" fmla="*/ 985406 h 6578439"/>
                <a:gd name="connsiteX87" fmla="*/ 1095329 w 5890490"/>
                <a:gd name="connsiteY87" fmla="*/ 922526 h 6578439"/>
                <a:gd name="connsiteX88" fmla="*/ 1157384 w 5890490"/>
                <a:gd name="connsiteY88" fmla="*/ 861271 h 6578439"/>
                <a:gd name="connsiteX89" fmla="*/ 1220841 w 5890490"/>
                <a:gd name="connsiteY89" fmla="*/ 801017 h 6578439"/>
                <a:gd name="connsiteX90" fmla="*/ 1286462 w 5890490"/>
                <a:gd name="connsiteY90" fmla="*/ 742886 h 6578439"/>
                <a:gd name="connsiteX91" fmla="*/ 1353233 w 5890490"/>
                <a:gd name="connsiteY91" fmla="*/ 685632 h 6578439"/>
                <a:gd name="connsiteX92" fmla="*/ 1369924 w 5890490"/>
                <a:gd name="connsiteY92" fmla="*/ 671256 h 6578439"/>
                <a:gd name="connsiteX93" fmla="*/ 1387380 w 5890490"/>
                <a:gd name="connsiteY93" fmla="*/ 657755 h 6578439"/>
                <a:gd name="connsiteX94" fmla="*/ 1422422 w 5890490"/>
                <a:gd name="connsiteY94" fmla="*/ 630877 h 6578439"/>
                <a:gd name="connsiteX95" fmla="*/ 1492759 w 5890490"/>
                <a:gd name="connsiteY95" fmla="*/ 577248 h 6578439"/>
                <a:gd name="connsiteX96" fmla="*/ 1528820 w 5890490"/>
                <a:gd name="connsiteY96" fmla="*/ 551496 h 6578439"/>
                <a:gd name="connsiteX97" fmla="*/ 1565390 w 5890490"/>
                <a:gd name="connsiteY97" fmla="*/ 526370 h 6578439"/>
                <a:gd name="connsiteX98" fmla="*/ 1639040 w 5890490"/>
                <a:gd name="connsiteY98" fmla="*/ 476490 h 6578439"/>
                <a:gd name="connsiteX99" fmla="*/ 1792075 w 5890490"/>
                <a:gd name="connsiteY99" fmla="*/ 384859 h 6578439"/>
                <a:gd name="connsiteX100" fmla="*/ 2455943 w 5890490"/>
                <a:gd name="connsiteY100" fmla="*/ 117836 h 6578439"/>
                <a:gd name="connsiteX101" fmla="*/ 3159952 w 5890490"/>
                <a:gd name="connsiteY101" fmla="*/ 7203 h 6578439"/>
                <a:gd name="connsiteX102" fmla="*/ 3336813 w 5890490"/>
                <a:gd name="connsiteY102" fmla="*/ 499 h 6578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5890490" h="6578439">
                  <a:moveTo>
                    <a:pt x="5890490" y="5389037"/>
                  </a:moveTo>
                  <a:lnTo>
                    <a:pt x="5890490" y="5855587"/>
                  </a:lnTo>
                  <a:lnTo>
                    <a:pt x="5784593" y="5962054"/>
                  </a:lnTo>
                  <a:cubicBezTo>
                    <a:pt x="5744454" y="6002308"/>
                    <a:pt x="5704062" y="6042436"/>
                    <a:pt x="5663414" y="6082564"/>
                  </a:cubicBezTo>
                  <a:cubicBezTo>
                    <a:pt x="5500314" y="6242577"/>
                    <a:pt x="5330970" y="6400714"/>
                    <a:pt x="5147099" y="6547726"/>
                  </a:cubicBezTo>
                  <a:lnTo>
                    <a:pt x="5105015" y="6578439"/>
                  </a:lnTo>
                  <a:lnTo>
                    <a:pt x="4385601" y="6578439"/>
                  </a:lnTo>
                  <a:lnTo>
                    <a:pt x="4507252" y="6515968"/>
                  </a:lnTo>
                  <a:cubicBezTo>
                    <a:pt x="4645901" y="6439679"/>
                    <a:pt x="4779837" y="6350961"/>
                    <a:pt x="4909330" y="6253453"/>
                  </a:cubicBezTo>
                  <a:cubicBezTo>
                    <a:pt x="5082369" y="6123567"/>
                    <a:pt x="5248145" y="5979180"/>
                    <a:pt x="5411374" y="5828544"/>
                  </a:cubicBezTo>
                  <a:cubicBezTo>
                    <a:pt x="5452149" y="5790791"/>
                    <a:pt x="5492924" y="5752788"/>
                    <a:pt x="5533570" y="5714534"/>
                  </a:cubicBezTo>
                  <a:lnTo>
                    <a:pt x="5657425" y="5597650"/>
                  </a:lnTo>
                  <a:close/>
                  <a:moveTo>
                    <a:pt x="3336813" y="499"/>
                  </a:moveTo>
                  <a:cubicBezTo>
                    <a:pt x="3395682" y="-392"/>
                    <a:pt x="3454550" y="-48"/>
                    <a:pt x="3513674" y="1202"/>
                  </a:cubicBezTo>
                  <a:lnTo>
                    <a:pt x="3602743" y="4827"/>
                  </a:lnTo>
                  <a:lnTo>
                    <a:pt x="3647213" y="6703"/>
                  </a:lnTo>
                  <a:cubicBezTo>
                    <a:pt x="3661994" y="7327"/>
                    <a:pt x="3676903" y="7703"/>
                    <a:pt x="3691684" y="9453"/>
                  </a:cubicBezTo>
                  <a:lnTo>
                    <a:pt x="3868927" y="27080"/>
                  </a:lnTo>
                  <a:cubicBezTo>
                    <a:pt x="4340645" y="85584"/>
                    <a:pt x="4795160" y="243221"/>
                    <a:pt x="5200872" y="472240"/>
                  </a:cubicBezTo>
                  <a:cubicBezTo>
                    <a:pt x="5403855" y="587124"/>
                    <a:pt x="5594988" y="719447"/>
                    <a:pt x="5772711" y="866334"/>
                  </a:cubicBezTo>
                  <a:lnTo>
                    <a:pt x="5890490" y="972426"/>
                  </a:lnTo>
                  <a:lnTo>
                    <a:pt x="5890490" y="1158576"/>
                  </a:lnTo>
                  <a:lnTo>
                    <a:pt x="5676045" y="986969"/>
                  </a:lnTo>
                  <a:cubicBezTo>
                    <a:pt x="5496587" y="857740"/>
                    <a:pt x="5304275" y="746699"/>
                    <a:pt x="5103776" y="655879"/>
                  </a:cubicBezTo>
                  <a:cubicBezTo>
                    <a:pt x="4903214" y="564747"/>
                    <a:pt x="4695006" y="492492"/>
                    <a:pt x="4482465" y="440363"/>
                  </a:cubicBezTo>
                  <a:lnTo>
                    <a:pt x="4402444" y="422111"/>
                  </a:lnTo>
                  <a:cubicBezTo>
                    <a:pt x="4375813" y="416111"/>
                    <a:pt x="4349436" y="408859"/>
                    <a:pt x="4322423" y="404610"/>
                  </a:cubicBezTo>
                  <a:lnTo>
                    <a:pt x="4241892" y="389858"/>
                  </a:lnTo>
                  <a:lnTo>
                    <a:pt x="4201627" y="382483"/>
                  </a:lnTo>
                  <a:cubicBezTo>
                    <a:pt x="4188248" y="379983"/>
                    <a:pt x="4174869" y="377483"/>
                    <a:pt x="4161234" y="375857"/>
                  </a:cubicBezTo>
                  <a:cubicBezTo>
                    <a:pt x="4107208" y="368482"/>
                    <a:pt x="4053308" y="360482"/>
                    <a:pt x="3999280" y="353606"/>
                  </a:cubicBezTo>
                  <a:cubicBezTo>
                    <a:pt x="3944999" y="348855"/>
                    <a:pt x="3890844" y="343854"/>
                    <a:pt x="3836817" y="338480"/>
                  </a:cubicBezTo>
                  <a:lnTo>
                    <a:pt x="3673972" y="330604"/>
                  </a:lnTo>
                  <a:cubicBezTo>
                    <a:pt x="3619690" y="329104"/>
                    <a:pt x="3565281" y="329604"/>
                    <a:pt x="3511126" y="328978"/>
                  </a:cubicBezTo>
                  <a:cubicBezTo>
                    <a:pt x="3402054" y="330728"/>
                    <a:pt x="3291706" y="334604"/>
                    <a:pt x="3183142" y="342854"/>
                  </a:cubicBezTo>
                  <a:cubicBezTo>
                    <a:pt x="2965505" y="358855"/>
                    <a:pt x="2750670" y="389733"/>
                    <a:pt x="2541444" y="439988"/>
                  </a:cubicBezTo>
                  <a:cubicBezTo>
                    <a:pt x="2332216" y="490117"/>
                    <a:pt x="2128850" y="559997"/>
                    <a:pt x="1933895" y="650505"/>
                  </a:cubicBezTo>
                  <a:cubicBezTo>
                    <a:pt x="1738939" y="741261"/>
                    <a:pt x="1553540" y="854146"/>
                    <a:pt x="1378079" y="983905"/>
                  </a:cubicBezTo>
                  <a:lnTo>
                    <a:pt x="1312967" y="1033660"/>
                  </a:lnTo>
                  <a:cubicBezTo>
                    <a:pt x="1291178" y="1050286"/>
                    <a:pt x="1269006" y="1066412"/>
                    <a:pt x="1248364" y="1084413"/>
                  </a:cubicBezTo>
                  <a:lnTo>
                    <a:pt x="1185163" y="1137168"/>
                  </a:lnTo>
                  <a:cubicBezTo>
                    <a:pt x="1164138" y="1154794"/>
                    <a:pt x="1142603" y="1172046"/>
                    <a:pt x="1122852" y="1190922"/>
                  </a:cubicBezTo>
                  <a:cubicBezTo>
                    <a:pt x="1041557" y="1264303"/>
                    <a:pt x="961663" y="1339309"/>
                    <a:pt x="892092" y="1421440"/>
                  </a:cubicBezTo>
                  <a:cubicBezTo>
                    <a:pt x="819589" y="1501822"/>
                    <a:pt x="759827" y="1590329"/>
                    <a:pt x="707202" y="1684212"/>
                  </a:cubicBezTo>
                  <a:cubicBezTo>
                    <a:pt x="694715" y="1708089"/>
                    <a:pt x="682227" y="1731841"/>
                    <a:pt x="670121" y="1756093"/>
                  </a:cubicBezTo>
                  <a:lnTo>
                    <a:pt x="637630" y="1830724"/>
                  </a:lnTo>
                  <a:cubicBezTo>
                    <a:pt x="626161" y="1855350"/>
                    <a:pt x="617624" y="1881603"/>
                    <a:pt x="607685" y="1907105"/>
                  </a:cubicBezTo>
                  <a:cubicBezTo>
                    <a:pt x="598128" y="1932857"/>
                    <a:pt x="588317" y="1958483"/>
                    <a:pt x="580034" y="1984986"/>
                  </a:cubicBezTo>
                  <a:cubicBezTo>
                    <a:pt x="544611" y="2089620"/>
                    <a:pt x="513393" y="2197128"/>
                    <a:pt x="481919" y="2304386"/>
                  </a:cubicBezTo>
                  <a:lnTo>
                    <a:pt x="433881" y="2465399"/>
                  </a:lnTo>
                  <a:lnTo>
                    <a:pt x="384442" y="2626163"/>
                  </a:lnTo>
                  <a:cubicBezTo>
                    <a:pt x="317672" y="2839680"/>
                    <a:pt x="243129" y="3050946"/>
                    <a:pt x="166039" y="3261338"/>
                  </a:cubicBezTo>
                  <a:cubicBezTo>
                    <a:pt x="88822" y="3468979"/>
                    <a:pt x="50850" y="3690248"/>
                    <a:pt x="56202" y="3910265"/>
                  </a:cubicBezTo>
                  <a:cubicBezTo>
                    <a:pt x="58495" y="4020274"/>
                    <a:pt x="71493" y="4129783"/>
                    <a:pt x="93664" y="4237292"/>
                  </a:cubicBezTo>
                  <a:cubicBezTo>
                    <a:pt x="99143" y="4264168"/>
                    <a:pt x="104623" y="4291045"/>
                    <a:pt x="111758" y="4317548"/>
                  </a:cubicBezTo>
                  <a:cubicBezTo>
                    <a:pt x="118384" y="4344176"/>
                    <a:pt x="124627" y="4370802"/>
                    <a:pt x="133038" y="4397054"/>
                  </a:cubicBezTo>
                  <a:cubicBezTo>
                    <a:pt x="140810" y="4423307"/>
                    <a:pt x="148456" y="4449683"/>
                    <a:pt x="157757" y="4475560"/>
                  </a:cubicBezTo>
                  <a:cubicBezTo>
                    <a:pt x="166549" y="4501562"/>
                    <a:pt x="175087" y="4527564"/>
                    <a:pt x="185153" y="4553066"/>
                  </a:cubicBezTo>
                  <a:cubicBezTo>
                    <a:pt x="262371" y="4758458"/>
                    <a:pt x="368895" y="4951974"/>
                    <a:pt x="493642" y="5132239"/>
                  </a:cubicBezTo>
                  <a:cubicBezTo>
                    <a:pt x="618389" y="5312627"/>
                    <a:pt x="760846" y="5480391"/>
                    <a:pt x="914391" y="5636528"/>
                  </a:cubicBezTo>
                  <a:cubicBezTo>
                    <a:pt x="1069081" y="5793166"/>
                    <a:pt x="1231544" y="5941677"/>
                    <a:pt x="1402034" y="6076188"/>
                  </a:cubicBezTo>
                  <a:cubicBezTo>
                    <a:pt x="1487535" y="6143320"/>
                    <a:pt x="1574565" y="6207574"/>
                    <a:pt x="1664397" y="6267079"/>
                  </a:cubicBezTo>
                  <a:cubicBezTo>
                    <a:pt x="1753592" y="6327459"/>
                    <a:pt x="1845336" y="6383088"/>
                    <a:pt x="1938992" y="6434343"/>
                  </a:cubicBezTo>
                  <a:cubicBezTo>
                    <a:pt x="2032647" y="6485659"/>
                    <a:pt x="2128309" y="6532600"/>
                    <a:pt x="2225931" y="6574322"/>
                  </a:cubicBezTo>
                  <a:lnTo>
                    <a:pt x="2236328" y="6578439"/>
                  </a:lnTo>
                  <a:lnTo>
                    <a:pt x="1504665" y="6578439"/>
                  </a:lnTo>
                  <a:lnTo>
                    <a:pt x="1456827" y="6543476"/>
                  </a:lnTo>
                  <a:cubicBezTo>
                    <a:pt x="1363554" y="6470595"/>
                    <a:pt x="1273848" y="6394340"/>
                    <a:pt x="1188475" y="6314083"/>
                  </a:cubicBezTo>
                  <a:cubicBezTo>
                    <a:pt x="1017856" y="6153445"/>
                    <a:pt x="863803" y="5979931"/>
                    <a:pt x="721728" y="5798666"/>
                  </a:cubicBezTo>
                  <a:cubicBezTo>
                    <a:pt x="579397" y="5616027"/>
                    <a:pt x="452103" y="5422511"/>
                    <a:pt x="344175" y="5219495"/>
                  </a:cubicBezTo>
                  <a:cubicBezTo>
                    <a:pt x="236505" y="5016354"/>
                    <a:pt x="147946" y="4803586"/>
                    <a:pt x="87293" y="4583569"/>
                  </a:cubicBezTo>
                  <a:cubicBezTo>
                    <a:pt x="79138" y="4556193"/>
                    <a:pt x="72639" y="4528440"/>
                    <a:pt x="65886" y="4500813"/>
                  </a:cubicBezTo>
                  <a:cubicBezTo>
                    <a:pt x="58751" y="4473311"/>
                    <a:pt x="53144" y="4445308"/>
                    <a:pt x="47409" y="4417431"/>
                  </a:cubicBezTo>
                  <a:cubicBezTo>
                    <a:pt x="44733" y="4403430"/>
                    <a:pt x="41294" y="4389679"/>
                    <a:pt x="39000" y="4375677"/>
                  </a:cubicBezTo>
                  <a:lnTo>
                    <a:pt x="31610" y="4333674"/>
                  </a:lnTo>
                  <a:cubicBezTo>
                    <a:pt x="26258" y="4305797"/>
                    <a:pt x="22563" y="4277544"/>
                    <a:pt x="18868" y="4249417"/>
                  </a:cubicBezTo>
                  <a:cubicBezTo>
                    <a:pt x="4214" y="4136784"/>
                    <a:pt x="-2158" y="4023275"/>
                    <a:pt x="646" y="3910265"/>
                  </a:cubicBezTo>
                  <a:cubicBezTo>
                    <a:pt x="5997" y="3683872"/>
                    <a:pt x="50596" y="3459605"/>
                    <a:pt x="130234" y="3248337"/>
                  </a:cubicBezTo>
                  <a:cubicBezTo>
                    <a:pt x="207961" y="3039196"/>
                    <a:pt x="278044" y="2827179"/>
                    <a:pt x="335383" y="2611911"/>
                  </a:cubicBezTo>
                  <a:cubicBezTo>
                    <a:pt x="393743" y="2396644"/>
                    <a:pt x="435792" y="2178627"/>
                    <a:pt x="487272" y="1958609"/>
                  </a:cubicBezTo>
                  <a:cubicBezTo>
                    <a:pt x="493259" y="1931107"/>
                    <a:pt x="501287" y="1903730"/>
                    <a:pt x="508550" y="1876227"/>
                  </a:cubicBezTo>
                  <a:cubicBezTo>
                    <a:pt x="516195" y="1848725"/>
                    <a:pt x="522312" y="1820972"/>
                    <a:pt x="531742" y="1793721"/>
                  </a:cubicBezTo>
                  <a:lnTo>
                    <a:pt x="558245" y="1711465"/>
                  </a:lnTo>
                  <a:cubicBezTo>
                    <a:pt x="568439" y="1684337"/>
                    <a:pt x="579652" y="1657459"/>
                    <a:pt x="590100" y="1630332"/>
                  </a:cubicBezTo>
                  <a:cubicBezTo>
                    <a:pt x="635080" y="1523075"/>
                    <a:pt x="690637" y="1417566"/>
                    <a:pt x="758680" y="1322433"/>
                  </a:cubicBezTo>
                  <a:cubicBezTo>
                    <a:pt x="824430" y="1225051"/>
                    <a:pt x="899610" y="1136168"/>
                    <a:pt x="976317" y="1049286"/>
                  </a:cubicBezTo>
                  <a:cubicBezTo>
                    <a:pt x="995049" y="1027035"/>
                    <a:pt x="1015436" y="1006533"/>
                    <a:pt x="1035314" y="985406"/>
                  </a:cubicBezTo>
                  <a:lnTo>
                    <a:pt x="1095329" y="922526"/>
                  </a:lnTo>
                  <a:cubicBezTo>
                    <a:pt x="1114953" y="901149"/>
                    <a:pt x="1136359" y="881397"/>
                    <a:pt x="1157384" y="861271"/>
                  </a:cubicBezTo>
                  <a:lnTo>
                    <a:pt x="1220841" y="801017"/>
                  </a:lnTo>
                  <a:cubicBezTo>
                    <a:pt x="1241610" y="780514"/>
                    <a:pt x="1264418" y="762014"/>
                    <a:pt x="1286462" y="742886"/>
                  </a:cubicBezTo>
                  <a:lnTo>
                    <a:pt x="1353233" y="685632"/>
                  </a:lnTo>
                  <a:lnTo>
                    <a:pt x="1369924" y="671256"/>
                  </a:lnTo>
                  <a:cubicBezTo>
                    <a:pt x="1375658" y="666631"/>
                    <a:pt x="1381520" y="662255"/>
                    <a:pt x="1387380" y="657755"/>
                  </a:cubicBezTo>
                  <a:lnTo>
                    <a:pt x="1422422" y="630877"/>
                  </a:lnTo>
                  <a:lnTo>
                    <a:pt x="1492759" y="577248"/>
                  </a:lnTo>
                  <a:cubicBezTo>
                    <a:pt x="1504355" y="567997"/>
                    <a:pt x="1516714" y="559997"/>
                    <a:pt x="1528820" y="551496"/>
                  </a:cubicBezTo>
                  <a:lnTo>
                    <a:pt x="1565390" y="526370"/>
                  </a:lnTo>
                  <a:lnTo>
                    <a:pt x="1639040" y="476490"/>
                  </a:lnTo>
                  <a:cubicBezTo>
                    <a:pt x="1689754" y="445613"/>
                    <a:pt x="1740723" y="414986"/>
                    <a:pt x="1792075" y="384859"/>
                  </a:cubicBezTo>
                  <a:cubicBezTo>
                    <a:pt x="2000282" y="268724"/>
                    <a:pt x="2224927" y="179467"/>
                    <a:pt x="2455943" y="117836"/>
                  </a:cubicBezTo>
                  <a:cubicBezTo>
                    <a:pt x="2687088" y="55957"/>
                    <a:pt x="2923964" y="21204"/>
                    <a:pt x="3159952" y="7203"/>
                  </a:cubicBezTo>
                  <a:cubicBezTo>
                    <a:pt x="3219076" y="3515"/>
                    <a:pt x="3277945" y="1389"/>
                    <a:pt x="3336813" y="49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01577308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Tema do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96B24"/>
      </a:accent1>
      <a:accent2>
        <a:srgbClr val="4EA72E"/>
      </a:accent2>
      <a:accent3>
        <a:srgbClr val="156082"/>
      </a:accent3>
      <a:accent4>
        <a:srgbClr val="0F9ED5"/>
      </a:accent4>
      <a:accent5>
        <a:srgbClr val="A02B93"/>
      </a:accent5>
      <a:accent6>
        <a:srgbClr val="E97132"/>
      </a:accent6>
      <a:hlink>
        <a:srgbClr val="467886"/>
      </a:hlink>
      <a:folHlink>
        <a:srgbClr val="96607D"/>
      </a:folHlink>
    </a:clrScheme>
    <a:fontScheme name="Tema do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97E0A228-C590-4D20-B05F-A6BF04A0544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643</TotalTime>
  <Words>143</Words>
  <Application>Microsoft Macintosh PowerPoint</Application>
  <PresentationFormat>Ecrã Panorâmico</PresentationFormat>
  <Paragraphs>35</Paragraphs>
  <Slides>8</Slides>
  <Notes>0</Notes>
  <HiddenSlides>0</HiddenSlides>
  <MMClips>0</MMClips>
  <ScaleCrop>false</ScaleCrop>
  <HeadingPairs>
    <vt:vector size="6" baseType="variant">
      <vt:variant>
        <vt:lpstr>Tipos de letra usados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8</vt:i4>
      </vt:variant>
    </vt:vector>
  </HeadingPairs>
  <TitlesOfParts>
    <vt:vector size="13" baseType="lpstr">
      <vt:lpstr>Aptos</vt:lpstr>
      <vt:lpstr>Aptos Display</vt:lpstr>
      <vt:lpstr>Arial</vt:lpstr>
      <vt:lpstr>Calibri</vt:lpstr>
      <vt:lpstr>Tema do Office</vt:lpstr>
      <vt:lpstr>PAP- Projeto de aptidão profissional</vt:lpstr>
      <vt:lpstr>Objetivos</vt:lpstr>
      <vt:lpstr>cronograma</vt:lpstr>
      <vt:lpstr>Esquema de navegação</vt:lpstr>
      <vt:lpstr>Funcionalidades principais</vt:lpstr>
      <vt:lpstr>Sistema e experiência</vt:lpstr>
      <vt:lpstr>Tecnologias Utilizadas</vt:lpstr>
      <vt:lpstr>Conclusão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Rodrigo Gonçalves</dc:creator>
  <cp:lastModifiedBy>Rodrigo Gonçalves</cp:lastModifiedBy>
  <cp:revision>5</cp:revision>
  <cp:lastPrinted>2026-06-28T23:50:14Z</cp:lastPrinted>
  <dcterms:created xsi:type="dcterms:W3CDTF">2026-06-28T23:43:03Z</dcterms:created>
  <dcterms:modified xsi:type="dcterms:W3CDTF">2026-06-29T10:43:46Z</dcterms:modified>
</cp:coreProperties>
</file>