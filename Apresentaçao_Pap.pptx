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5AA"/>
    <a:srgbClr val="2463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95"/>
    <p:restoredTop sz="94669"/>
  </p:normalViewPr>
  <p:slideViewPr>
    <p:cSldViewPr snapToGrid="0">
      <p:cViewPr varScale="1">
        <p:scale>
          <a:sx n="117" d="100"/>
          <a:sy n="117" d="100"/>
        </p:scale>
        <p:origin x="200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3AAE11D-704C-4023-B6C1-8960C1F1A08A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9823B1DE-D838-4924-A119-1AAE27B029A3}">
      <dgm:prSet/>
      <dgm:spPr/>
      <dgm:t>
        <a:bodyPr/>
        <a:lstStyle/>
        <a:p>
          <a:r>
            <a:rPr lang="pt-PT" b="1" dirty="0"/>
            <a:t>Criar uma plataforma interativa de treino financeiro</a:t>
          </a:r>
          <a:endParaRPr lang="en-US" dirty="0"/>
        </a:p>
      </dgm:t>
    </dgm:pt>
    <dgm:pt modelId="{2A81140A-2846-49F8-A82D-AB9358FBA230}" type="parTrans" cxnId="{739CFDF0-55F6-4D2C-94F1-FD8A7BBB2D9F}">
      <dgm:prSet/>
      <dgm:spPr/>
      <dgm:t>
        <a:bodyPr/>
        <a:lstStyle/>
        <a:p>
          <a:endParaRPr lang="en-US"/>
        </a:p>
      </dgm:t>
    </dgm:pt>
    <dgm:pt modelId="{68C8AA33-710F-4FBC-9D23-B9EC66309FE0}" type="sibTrans" cxnId="{739CFDF0-55F6-4D2C-94F1-FD8A7BBB2D9F}">
      <dgm:prSet/>
      <dgm:spPr/>
      <dgm:t>
        <a:bodyPr/>
        <a:lstStyle/>
        <a:p>
          <a:endParaRPr lang="en-US"/>
        </a:p>
      </dgm:t>
    </dgm:pt>
    <dgm:pt modelId="{6228EB80-BB77-4055-BC2F-C7C2F33C73D4}">
      <dgm:prSet/>
      <dgm:spPr/>
      <dgm:t>
        <a:bodyPr/>
        <a:lstStyle/>
        <a:p>
          <a:r>
            <a:rPr lang="pt-PT" b="1"/>
            <a:t>Simular a gestão real da vida adulta</a:t>
          </a:r>
          <a:endParaRPr lang="en-US"/>
        </a:p>
      </dgm:t>
    </dgm:pt>
    <dgm:pt modelId="{28735F4A-5F39-4BBF-B9C4-21DA87F17143}" type="parTrans" cxnId="{F356A867-53D3-4218-B940-44A6845EC82A}">
      <dgm:prSet/>
      <dgm:spPr/>
      <dgm:t>
        <a:bodyPr/>
        <a:lstStyle/>
        <a:p>
          <a:endParaRPr lang="en-US"/>
        </a:p>
      </dgm:t>
    </dgm:pt>
    <dgm:pt modelId="{41F04DC5-44B3-4AC5-AA93-C84CA8A1AEEA}" type="sibTrans" cxnId="{F356A867-53D3-4218-B940-44A6845EC82A}">
      <dgm:prSet/>
      <dgm:spPr/>
      <dgm:t>
        <a:bodyPr/>
        <a:lstStyle/>
        <a:p>
          <a:endParaRPr lang="en-US"/>
        </a:p>
      </dgm:t>
    </dgm:pt>
    <dgm:pt modelId="{F3F01A75-F97A-4BB4-B305-A7CB6FBEADDB}">
      <dgm:prSet/>
      <dgm:spPr/>
      <dgm:t>
        <a:bodyPr/>
        <a:lstStyle/>
        <a:p>
          <a:r>
            <a:rPr lang="pt-PT" b="1"/>
            <a:t>Centralizar a tomada de decisões e imprevistos</a:t>
          </a:r>
          <a:endParaRPr lang="en-US"/>
        </a:p>
      </dgm:t>
    </dgm:pt>
    <dgm:pt modelId="{85532C8C-BD52-40FC-9CCA-B1DF626B8DA7}" type="parTrans" cxnId="{397222D7-409D-49E0-82EB-C3D229FB7F6E}">
      <dgm:prSet/>
      <dgm:spPr/>
      <dgm:t>
        <a:bodyPr/>
        <a:lstStyle/>
        <a:p>
          <a:endParaRPr lang="en-US"/>
        </a:p>
      </dgm:t>
    </dgm:pt>
    <dgm:pt modelId="{F76EBDFC-8072-414E-9C7E-C296A6DEBDC6}" type="sibTrans" cxnId="{397222D7-409D-49E0-82EB-C3D229FB7F6E}">
      <dgm:prSet/>
      <dgm:spPr/>
      <dgm:t>
        <a:bodyPr/>
        <a:lstStyle/>
        <a:p>
          <a:endParaRPr lang="en-US"/>
        </a:p>
      </dgm:t>
    </dgm:pt>
    <dgm:pt modelId="{B3F20808-6583-B24C-9793-7593CF666E2D}" type="pres">
      <dgm:prSet presAssocID="{73AAE11D-704C-4023-B6C1-8960C1F1A08A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3E12F0F-0D66-2742-B4A2-B09E53FB1749}" type="pres">
      <dgm:prSet presAssocID="{9823B1DE-D838-4924-A119-1AAE27B029A3}" presName="hierRoot1" presStyleCnt="0"/>
      <dgm:spPr/>
    </dgm:pt>
    <dgm:pt modelId="{42DC42E0-B14D-E14E-B2FE-3F503265E093}" type="pres">
      <dgm:prSet presAssocID="{9823B1DE-D838-4924-A119-1AAE27B029A3}" presName="composite" presStyleCnt="0"/>
      <dgm:spPr/>
    </dgm:pt>
    <dgm:pt modelId="{14976038-C2A4-C74F-82AF-1A6A1DCFA7B4}" type="pres">
      <dgm:prSet presAssocID="{9823B1DE-D838-4924-A119-1AAE27B029A3}" presName="background" presStyleLbl="node0" presStyleIdx="0" presStyleCnt="3"/>
      <dgm:spPr>
        <a:solidFill>
          <a:srgbClr val="0045AA"/>
        </a:solidFill>
      </dgm:spPr>
    </dgm:pt>
    <dgm:pt modelId="{964545EB-84E2-8B4F-BFE7-8AE4893FC71B}" type="pres">
      <dgm:prSet presAssocID="{9823B1DE-D838-4924-A119-1AAE27B029A3}" presName="text" presStyleLbl="fgAcc0" presStyleIdx="0" presStyleCnt="3">
        <dgm:presLayoutVars>
          <dgm:chPref val="3"/>
        </dgm:presLayoutVars>
      </dgm:prSet>
      <dgm:spPr/>
    </dgm:pt>
    <dgm:pt modelId="{515E2D8A-F72A-8140-8895-6200ADCDA803}" type="pres">
      <dgm:prSet presAssocID="{9823B1DE-D838-4924-A119-1AAE27B029A3}" presName="hierChild2" presStyleCnt="0"/>
      <dgm:spPr/>
    </dgm:pt>
    <dgm:pt modelId="{7DCF2F72-5B7A-1245-B94E-D5094A05712C}" type="pres">
      <dgm:prSet presAssocID="{6228EB80-BB77-4055-BC2F-C7C2F33C73D4}" presName="hierRoot1" presStyleCnt="0"/>
      <dgm:spPr/>
    </dgm:pt>
    <dgm:pt modelId="{9EEF74A8-33F4-5B4C-A7B1-45A25FE0BEFC}" type="pres">
      <dgm:prSet presAssocID="{6228EB80-BB77-4055-BC2F-C7C2F33C73D4}" presName="composite" presStyleCnt="0"/>
      <dgm:spPr/>
    </dgm:pt>
    <dgm:pt modelId="{9F1B09EF-A76C-D24A-85B6-C547116AD04D}" type="pres">
      <dgm:prSet presAssocID="{6228EB80-BB77-4055-BC2F-C7C2F33C73D4}" presName="background" presStyleLbl="node0" presStyleIdx="1" presStyleCnt="3"/>
      <dgm:spPr>
        <a:solidFill>
          <a:srgbClr val="0045AA"/>
        </a:solidFill>
      </dgm:spPr>
    </dgm:pt>
    <dgm:pt modelId="{0E363F07-7354-E146-917E-7B3BF97883BB}" type="pres">
      <dgm:prSet presAssocID="{6228EB80-BB77-4055-BC2F-C7C2F33C73D4}" presName="text" presStyleLbl="fgAcc0" presStyleIdx="1" presStyleCnt="3">
        <dgm:presLayoutVars>
          <dgm:chPref val="3"/>
        </dgm:presLayoutVars>
      </dgm:prSet>
      <dgm:spPr/>
    </dgm:pt>
    <dgm:pt modelId="{0B682B94-17CE-3145-920B-5FD3E8FA99D0}" type="pres">
      <dgm:prSet presAssocID="{6228EB80-BB77-4055-BC2F-C7C2F33C73D4}" presName="hierChild2" presStyleCnt="0"/>
      <dgm:spPr/>
    </dgm:pt>
    <dgm:pt modelId="{A1DD8C83-2D38-5545-B109-3E90D91149F0}" type="pres">
      <dgm:prSet presAssocID="{F3F01A75-F97A-4BB4-B305-A7CB6FBEADDB}" presName="hierRoot1" presStyleCnt="0"/>
      <dgm:spPr/>
    </dgm:pt>
    <dgm:pt modelId="{A2BA3843-EDD5-0C49-B140-AAB276D67C01}" type="pres">
      <dgm:prSet presAssocID="{F3F01A75-F97A-4BB4-B305-A7CB6FBEADDB}" presName="composite" presStyleCnt="0"/>
      <dgm:spPr/>
    </dgm:pt>
    <dgm:pt modelId="{854C7F96-E124-994F-8636-B47EA426B45C}" type="pres">
      <dgm:prSet presAssocID="{F3F01A75-F97A-4BB4-B305-A7CB6FBEADDB}" presName="background" presStyleLbl="node0" presStyleIdx="2" presStyleCnt="3"/>
      <dgm:spPr>
        <a:solidFill>
          <a:srgbClr val="0045AA"/>
        </a:solidFill>
      </dgm:spPr>
    </dgm:pt>
    <dgm:pt modelId="{DE030128-9481-9644-8190-D6B450ECC07B}" type="pres">
      <dgm:prSet presAssocID="{F3F01A75-F97A-4BB4-B305-A7CB6FBEADDB}" presName="text" presStyleLbl="fgAcc0" presStyleIdx="2" presStyleCnt="3">
        <dgm:presLayoutVars>
          <dgm:chPref val="3"/>
        </dgm:presLayoutVars>
      </dgm:prSet>
      <dgm:spPr/>
    </dgm:pt>
    <dgm:pt modelId="{05E52724-0761-C945-9F8F-0CC10CA0E1AD}" type="pres">
      <dgm:prSet presAssocID="{F3F01A75-F97A-4BB4-B305-A7CB6FBEADDB}" presName="hierChild2" presStyleCnt="0"/>
      <dgm:spPr/>
    </dgm:pt>
  </dgm:ptLst>
  <dgm:cxnLst>
    <dgm:cxn modelId="{4FC03C2B-97B9-344E-ADB9-37F4AA9DC0C7}" type="presOf" srcId="{6228EB80-BB77-4055-BC2F-C7C2F33C73D4}" destId="{0E363F07-7354-E146-917E-7B3BF97883BB}" srcOrd="0" destOrd="0" presId="urn:microsoft.com/office/officeart/2005/8/layout/hierarchy1"/>
    <dgm:cxn modelId="{3F2D825F-30BA-244B-9B56-44B8E97466D0}" type="presOf" srcId="{73AAE11D-704C-4023-B6C1-8960C1F1A08A}" destId="{B3F20808-6583-B24C-9793-7593CF666E2D}" srcOrd="0" destOrd="0" presId="urn:microsoft.com/office/officeart/2005/8/layout/hierarchy1"/>
    <dgm:cxn modelId="{F356A867-53D3-4218-B940-44A6845EC82A}" srcId="{73AAE11D-704C-4023-B6C1-8960C1F1A08A}" destId="{6228EB80-BB77-4055-BC2F-C7C2F33C73D4}" srcOrd="1" destOrd="0" parTransId="{28735F4A-5F39-4BBF-B9C4-21DA87F17143}" sibTransId="{41F04DC5-44B3-4AC5-AA93-C84CA8A1AEEA}"/>
    <dgm:cxn modelId="{B0AE67C2-B2CB-744E-A7BF-F0B283983FCB}" type="presOf" srcId="{9823B1DE-D838-4924-A119-1AAE27B029A3}" destId="{964545EB-84E2-8B4F-BFE7-8AE4893FC71B}" srcOrd="0" destOrd="0" presId="urn:microsoft.com/office/officeart/2005/8/layout/hierarchy1"/>
    <dgm:cxn modelId="{397222D7-409D-49E0-82EB-C3D229FB7F6E}" srcId="{73AAE11D-704C-4023-B6C1-8960C1F1A08A}" destId="{F3F01A75-F97A-4BB4-B305-A7CB6FBEADDB}" srcOrd="2" destOrd="0" parTransId="{85532C8C-BD52-40FC-9CCA-B1DF626B8DA7}" sibTransId="{F76EBDFC-8072-414E-9C7E-C296A6DEBDC6}"/>
    <dgm:cxn modelId="{739CFDF0-55F6-4D2C-94F1-FD8A7BBB2D9F}" srcId="{73AAE11D-704C-4023-B6C1-8960C1F1A08A}" destId="{9823B1DE-D838-4924-A119-1AAE27B029A3}" srcOrd="0" destOrd="0" parTransId="{2A81140A-2846-49F8-A82D-AB9358FBA230}" sibTransId="{68C8AA33-710F-4FBC-9D23-B9EC66309FE0}"/>
    <dgm:cxn modelId="{9F8CAFF7-13D6-A04A-981E-303758ED0766}" type="presOf" srcId="{F3F01A75-F97A-4BB4-B305-A7CB6FBEADDB}" destId="{DE030128-9481-9644-8190-D6B450ECC07B}" srcOrd="0" destOrd="0" presId="urn:microsoft.com/office/officeart/2005/8/layout/hierarchy1"/>
    <dgm:cxn modelId="{4B479683-E82F-0149-8791-076357557802}" type="presParOf" srcId="{B3F20808-6583-B24C-9793-7593CF666E2D}" destId="{63E12F0F-0D66-2742-B4A2-B09E53FB1749}" srcOrd="0" destOrd="0" presId="urn:microsoft.com/office/officeart/2005/8/layout/hierarchy1"/>
    <dgm:cxn modelId="{91687B8F-5F2D-6F4C-9F7E-EEE23A3613F9}" type="presParOf" srcId="{63E12F0F-0D66-2742-B4A2-B09E53FB1749}" destId="{42DC42E0-B14D-E14E-B2FE-3F503265E093}" srcOrd="0" destOrd="0" presId="urn:microsoft.com/office/officeart/2005/8/layout/hierarchy1"/>
    <dgm:cxn modelId="{A47923C2-31BA-934E-BFE7-EBC607B7258E}" type="presParOf" srcId="{42DC42E0-B14D-E14E-B2FE-3F503265E093}" destId="{14976038-C2A4-C74F-82AF-1A6A1DCFA7B4}" srcOrd="0" destOrd="0" presId="urn:microsoft.com/office/officeart/2005/8/layout/hierarchy1"/>
    <dgm:cxn modelId="{69F49BA8-8A1B-4B46-ADF9-57CB0C8194FB}" type="presParOf" srcId="{42DC42E0-B14D-E14E-B2FE-3F503265E093}" destId="{964545EB-84E2-8B4F-BFE7-8AE4893FC71B}" srcOrd="1" destOrd="0" presId="urn:microsoft.com/office/officeart/2005/8/layout/hierarchy1"/>
    <dgm:cxn modelId="{5CF28000-5C49-3B4D-BE0E-2A0A65169442}" type="presParOf" srcId="{63E12F0F-0D66-2742-B4A2-B09E53FB1749}" destId="{515E2D8A-F72A-8140-8895-6200ADCDA803}" srcOrd="1" destOrd="0" presId="urn:microsoft.com/office/officeart/2005/8/layout/hierarchy1"/>
    <dgm:cxn modelId="{791EC96D-B95C-8B4C-859E-7F18E3CC7E7A}" type="presParOf" srcId="{B3F20808-6583-B24C-9793-7593CF666E2D}" destId="{7DCF2F72-5B7A-1245-B94E-D5094A05712C}" srcOrd="1" destOrd="0" presId="urn:microsoft.com/office/officeart/2005/8/layout/hierarchy1"/>
    <dgm:cxn modelId="{58A20014-4EB0-844B-95B0-F07CBAF85F73}" type="presParOf" srcId="{7DCF2F72-5B7A-1245-B94E-D5094A05712C}" destId="{9EEF74A8-33F4-5B4C-A7B1-45A25FE0BEFC}" srcOrd="0" destOrd="0" presId="urn:microsoft.com/office/officeart/2005/8/layout/hierarchy1"/>
    <dgm:cxn modelId="{36347D5E-323B-064D-9966-B62C7423DE94}" type="presParOf" srcId="{9EEF74A8-33F4-5B4C-A7B1-45A25FE0BEFC}" destId="{9F1B09EF-A76C-D24A-85B6-C547116AD04D}" srcOrd="0" destOrd="0" presId="urn:microsoft.com/office/officeart/2005/8/layout/hierarchy1"/>
    <dgm:cxn modelId="{0B8C23D5-0326-E14B-8FD7-B283A202723F}" type="presParOf" srcId="{9EEF74A8-33F4-5B4C-A7B1-45A25FE0BEFC}" destId="{0E363F07-7354-E146-917E-7B3BF97883BB}" srcOrd="1" destOrd="0" presId="urn:microsoft.com/office/officeart/2005/8/layout/hierarchy1"/>
    <dgm:cxn modelId="{875DD823-2929-C041-935A-AA12BBB6916E}" type="presParOf" srcId="{7DCF2F72-5B7A-1245-B94E-D5094A05712C}" destId="{0B682B94-17CE-3145-920B-5FD3E8FA99D0}" srcOrd="1" destOrd="0" presId="urn:microsoft.com/office/officeart/2005/8/layout/hierarchy1"/>
    <dgm:cxn modelId="{07323F30-375C-8244-BA18-A37FAF105C48}" type="presParOf" srcId="{B3F20808-6583-B24C-9793-7593CF666E2D}" destId="{A1DD8C83-2D38-5545-B109-3E90D91149F0}" srcOrd="2" destOrd="0" presId="urn:microsoft.com/office/officeart/2005/8/layout/hierarchy1"/>
    <dgm:cxn modelId="{46EB40DF-B775-EF49-ACBF-62C6BD094F25}" type="presParOf" srcId="{A1DD8C83-2D38-5545-B109-3E90D91149F0}" destId="{A2BA3843-EDD5-0C49-B140-AAB276D67C01}" srcOrd="0" destOrd="0" presId="urn:microsoft.com/office/officeart/2005/8/layout/hierarchy1"/>
    <dgm:cxn modelId="{FB724101-5DBF-7748-97FF-9F1E5B841081}" type="presParOf" srcId="{A2BA3843-EDD5-0C49-B140-AAB276D67C01}" destId="{854C7F96-E124-994F-8636-B47EA426B45C}" srcOrd="0" destOrd="0" presId="urn:microsoft.com/office/officeart/2005/8/layout/hierarchy1"/>
    <dgm:cxn modelId="{605058AF-28E3-E247-BB2A-0831251167C0}" type="presParOf" srcId="{A2BA3843-EDD5-0C49-B140-AAB276D67C01}" destId="{DE030128-9481-9644-8190-D6B450ECC07B}" srcOrd="1" destOrd="0" presId="urn:microsoft.com/office/officeart/2005/8/layout/hierarchy1"/>
    <dgm:cxn modelId="{1513FF09-817C-6845-AC14-58893AD2B7F0}" type="presParOf" srcId="{A1DD8C83-2D38-5545-B109-3E90D91149F0}" destId="{05E52724-0761-C945-9F8F-0CC10CA0E1A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417606F-CBA4-4245-8104-0A457E52C4A2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E4FA455-49F1-44B6-930A-5A4847F637BA}">
      <dgm:prSet/>
      <dgm:spPr/>
      <dgm:t>
        <a:bodyPr/>
        <a:lstStyle/>
        <a:p>
          <a:r>
            <a:rPr lang="pt-PT" dirty="0">
              <a:latin typeface="Calibri" panose="020F0502020204030204" pitchFamily="34" charset="0"/>
              <a:cs typeface="Calibri" panose="020F0502020204030204" pitchFamily="34" charset="0"/>
            </a:rPr>
            <a:t>Configuração de perfil, mesada e contas bancárias</a:t>
          </a:r>
          <a:endParaRPr 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D79B5E2C-EAB7-4E1B-ADD1-06E85CE1D815}" type="parTrans" cxnId="{6E80F21E-4558-431E-A93C-63002599A746}">
      <dgm:prSet/>
      <dgm:spPr/>
      <dgm:t>
        <a:bodyPr/>
        <a:lstStyle/>
        <a:p>
          <a:endParaRPr lang="en-US"/>
        </a:p>
      </dgm:t>
    </dgm:pt>
    <dgm:pt modelId="{F3031844-49FD-4682-945A-CBEB01D24FE4}" type="sibTrans" cxnId="{6E80F21E-4558-431E-A93C-63002599A746}">
      <dgm:prSet/>
      <dgm:spPr/>
      <dgm:t>
        <a:bodyPr/>
        <a:lstStyle/>
        <a:p>
          <a:endParaRPr lang="en-US"/>
        </a:p>
      </dgm:t>
    </dgm:pt>
    <dgm:pt modelId="{FAB647DE-0BFF-4C0F-BC63-4FC537E3BBE4}">
      <dgm:prSet/>
      <dgm:spPr/>
      <dgm:t>
        <a:bodyPr/>
        <a:lstStyle/>
        <a:p>
          <a:r>
            <a:rPr lang="pt-PT" dirty="0">
              <a:latin typeface="Calibri" panose="020F0502020204030204" pitchFamily="34" charset="0"/>
              <a:cs typeface="Calibri" panose="020F0502020204030204" pitchFamily="34" charset="0"/>
            </a:rPr>
            <a:t>Painel de controlo de saldo, felicidade e vida social</a:t>
          </a:r>
          <a:endParaRPr 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47AE1F59-A708-482F-885A-D80EFB79E18E}" type="parTrans" cxnId="{8BB76656-E0C5-4891-BE87-6CCDBDCF4172}">
      <dgm:prSet/>
      <dgm:spPr/>
      <dgm:t>
        <a:bodyPr/>
        <a:lstStyle/>
        <a:p>
          <a:endParaRPr lang="en-US"/>
        </a:p>
      </dgm:t>
    </dgm:pt>
    <dgm:pt modelId="{675A5A7F-07B1-4910-9B48-9D3EBA6C4862}" type="sibTrans" cxnId="{8BB76656-E0C5-4891-BE87-6CCDBDCF4172}">
      <dgm:prSet/>
      <dgm:spPr/>
      <dgm:t>
        <a:bodyPr/>
        <a:lstStyle/>
        <a:p>
          <a:endParaRPr lang="en-US"/>
        </a:p>
      </dgm:t>
    </dgm:pt>
    <dgm:pt modelId="{6CDE360B-A350-45CD-A30A-1941F39F9717}">
      <dgm:prSet/>
      <dgm:spPr/>
      <dgm:t>
        <a:bodyPr/>
        <a:lstStyle/>
        <a:p>
          <a:r>
            <a:rPr lang="pt-PT" dirty="0">
              <a:latin typeface="Calibri" panose="020F0502020204030204" pitchFamily="34" charset="0"/>
              <a:cs typeface="Calibri" panose="020F0502020204030204" pitchFamily="34" charset="0"/>
            </a:rPr>
            <a:t>Simulação de juros poupança</a:t>
          </a:r>
          <a:endParaRPr 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A778AE6F-0898-4A43-B4EA-2558148BB3F3}" type="parTrans" cxnId="{957FE100-7F70-474E-9F90-B4C132E6DD10}">
      <dgm:prSet/>
      <dgm:spPr/>
      <dgm:t>
        <a:bodyPr/>
        <a:lstStyle/>
        <a:p>
          <a:endParaRPr lang="en-US"/>
        </a:p>
      </dgm:t>
    </dgm:pt>
    <dgm:pt modelId="{2474D287-328D-41AE-9967-740350290EC7}" type="sibTrans" cxnId="{957FE100-7F70-474E-9F90-B4C132E6DD10}">
      <dgm:prSet/>
      <dgm:spPr/>
      <dgm:t>
        <a:bodyPr/>
        <a:lstStyle/>
        <a:p>
          <a:endParaRPr lang="en-US"/>
        </a:p>
      </dgm:t>
    </dgm:pt>
    <dgm:pt modelId="{0F19E6F4-0480-44ED-8AF5-F21F6A9305DA}">
      <dgm:prSet/>
      <dgm:spPr/>
      <dgm:t>
        <a:bodyPr/>
        <a:lstStyle/>
        <a:p>
          <a:r>
            <a:rPr lang="pt-PT" dirty="0">
              <a:latin typeface="Calibri" panose="020F0502020204030204" pitchFamily="34" charset="0"/>
              <a:cs typeface="Calibri" panose="020F0502020204030204" pitchFamily="34" charset="0"/>
            </a:rPr>
            <a:t>Loja de consumo com categorias e restrições de idade</a:t>
          </a:r>
          <a:endParaRPr 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C24BFF4D-C95C-4F2C-8B5B-4D520E84F3F4}" type="parTrans" cxnId="{0F1BB443-76E4-4E2C-9011-76E46E96E736}">
      <dgm:prSet/>
      <dgm:spPr/>
      <dgm:t>
        <a:bodyPr/>
        <a:lstStyle/>
        <a:p>
          <a:endParaRPr lang="en-US"/>
        </a:p>
      </dgm:t>
    </dgm:pt>
    <dgm:pt modelId="{F71D2DDB-46BC-4A58-8DF0-A986433BB534}" type="sibTrans" cxnId="{0F1BB443-76E4-4E2C-9011-76E46E96E736}">
      <dgm:prSet/>
      <dgm:spPr/>
      <dgm:t>
        <a:bodyPr/>
        <a:lstStyle/>
        <a:p>
          <a:endParaRPr lang="en-US"/>
        </a:p>
      </dgm:t>
    </dgm:pt>
    <dgm:pt modelId="{99A8FEFB-7DAE-4678-AC7C-95D9884D5EE6}">
      <dgm:prSet/>
      <dgm:spPr/>
      <dgm:t>
        <a:bodyPr/>
        <a:lstStyle/>
        <a:p>
          <a:r>
            <a:rPr lang="pt-PT" dirty="0">
              <a:latin typeface="Calibri" panose="020F0502020204030204" pitchFamily="34" charset="0"/>
              <a:cs typeface="Calibri" panose="020F0502020204030204" pitchFamily="34" charset="0"/>
            </a:rPr>
            <a:t>Definição de metas financeiras pessoais</a:t>
          </a:r>
          <a:endParaRPr 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559411AA-7722-40CE-95FF-52E79A8736BD}" type="parTrans" cxnId="{EF7B5E7B-DC31-458C-A577-ACCDDBE8501E}">
      <dgm:prSet/>
      <dgm:spPr/>
      <dgm:t>
        <a:bodyPr/>
        <a:lstStyle/>
        <a:p>
          <a:endParaRPr lang="en-US"/>
        </a:p>
      </dgm:t>
    </dgm:pt>
    <dgm:pt modelId="{259840B8-F23E-48BC-9509-036D98E79E22}" type="sibTrans" cxnId="{EF7B5E7B-DC31-458C-A577-ACCDDBE8501E}">
      <dgm:prSet/>
      <dgm:spPr/>
      <dgm:t>
        <a:bodyPr/>
        <a:lstStyle/>
        <a:p>
          <a:endParaRPr lang="en-US"/>
        </a:p>
      </dgm:t>
    </dgm:pt>
    <dgm:pt modelId="{10E11F35-3397-4685-A06D-2BB43F586072}">
      <dgm:prSet/>
      <dgm:spPr/>
      <dgm:t>
        <a:bodyPr/>
        <a:lstStyle/>
        <a:p>
          <a:r>
            <a:rPr lang="pt-PT" dirty="0">
              <a:latin typeface="Calibri" panose="020F0502020204030204" pitchFamily="34" charset="0"/>
              <a:cs typeface="Calibri" panose="020F0502020204030204" pitchFamily="34" charset="0"/>
            </a:rPr>
            <a:t>Módulo de conquistas, troféus e resumo final</a:t>
          </a:r>
          <a:endParaRPr lang="en-US" dirty="0">
            <a:latin typeface="Calibri" panose="020F0502020204030204" pitchFamily="34" charset="0"/>
            <a:cs typeface="Calibri" panose="020F0502020204030204" pitchFamily="34" charset="0"/>
          </a:endParaRPr>
        </a:p>
      </dgm:t>
    </dgm:pt>
    <dgm:pt modelId="{EA211EA2-9A18-4BAB-9F1C-088BA5FFC4DC}" type="parTrans" cxnId="{9D146C8D-1234-4792-BCA2-B194B19BED64}">
      <dgm:prSet/>
      <dgm:spPr/>
      <dgm:t>
        <a:bodyPr/>
        <a:lstStyle/>
        <a:p>
          <a:endParaRPr lang="en-US"/>
        </a:p>
      </dgm:t>
    </dgm:pt>
    <dgm:pt modelId="{B46AEE72-E95C-4EB6-956E-65E2BCFDD7CD}" type="sibTrans" cxnId="{9D146C8D-1234-4792-BCA2-B194B19BED64}">
      <dgm:prSet/>
      <dgm:spPr/>
      <dgm:t>
        <a:bodyPr/>
        <a:lstStyle/>
        <a:p>
          <a:endParaRPr lang="en-US"/>
        </a:p>
      </dgm:t>
    </dgm:pt>
    <dgm:pt modelId="{37F88017-3B2E-4F82-A15B-6E7E14EA96BD}" type="pres">
      <dgm:prSet presAssocID="{B417606F-CBA4-4245-8104-0A457E52C4A2}" presName="root" presStyleCnt="0">
        <dgm:presLayoutVars>
          <dgm:dir/>
          <dgm:resizeHandles val="exact"/>
        </dgm:presLayoutVars>
      </dgm:prSet>
      <dgm:spPr/>
    </dgm:pt>
    <dgm:pt modelId="{9E4019B8-9F13-4FE8-B18C-EA9BBAC22FD0}" type="pres">
      <dgm:prSet presAssocID="{1E4FA455-49F1-44B6-930A-5A4847F637BA}" presName="compNode" presStyleCnt="0"/>
      <dgm:spPr/>
    </dgm:pt>
    <dgm:pt modelId="{3043FE96-923A-451A-ACFB-029905B450E2}" type="pres">
      <dgm:prSet presAssocID="{1E4FA455-49F1-44B6-930A-5A4847F637BA}" presName="bgRect" presStyleLbl="bgShp" presStyleIdx="0" presStyleCnt="6"/>
      <dgm:spPr/>
    </dgm:pt>
    <dgm:pt modelId="{381C7DEA-366E-4A0C-A2CC-F5F250F6EC86}" type="pres">
      <dgm:prSet presAssocID="{1E4FA455-49F1-44B6-930A-5A4847F637BA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tilizador"/>
        </a:ext>
      </dgm:extLst>
    </dgm:pt>
    <dgm:pt modelId="{2A5CA821-CF96-42D2-89E5-9084451154AF}" type="pres">
      <dgm:prSet presAssocID="{1E4FA455-49F1-44B6-930A-5A4847F637BA}" presName="spaceRect" presStyleCnt="0"/>
      <dgm:spPr/>
    </dgm:pt>
    <dgm:pt modelId="{4AA34A01-5DE2-45EE-BCF0-AF9B36B933C5}" type="pres">
      <dgm:prSet presAssocID="{1E4FA455-49F1-44B6-930A-5A4847F637BA}" presName="parTx" presStyleLbl="revTx" presStyleIdx="0" presStyleCnt="6">
        <dgm:presLayoutVars>
          <dgm:chMax val="0"/>
          <dgm:chPref val="0"/>
        </dgm:presLayoutVars>
      </dgm:prSet>
      <dgm:spPr/>
    </dgm:pt>
    <dgm:pt modelId="{EE6F229E-F8A6-40CB-9BF3-AF35B8847B42}" type="pres">
      <dgm:prSet presAssocID="{F3031844-49FD-4682-945A-CBEB01D24FE4}" presName="sibTrans" presStyleCnt="0"/>
      <dgm:spPr/>
    </dgm:pt>
    <dgm:pt modelId="{904D9158-5459-41C2-A597-CD7AF40BC0A7}" type="pres">
      <dgm:prSet presAssocID="{FAB647DE-0BFF-4C0F-BC63-4FC537E3BBE4}" presName="compNode" presStyleCnt="0"/>
      <dgm:spPr/>
    </dgm:pt>
    <dgm:pt modelId="{7E084AC7-D326-40EC-91F6-95151FBE30DC}" type="pres">
      <dgm:prSet presAssocID="{FAB647DE-0BFF-4C0F-BC63-4FC537E3BBE4}" presName="bgRect" presStyleLbl="bgShp" presStyleIdx="1" presStyleCnt="6"/>
      <dgm:spPr/>
    </dgm:pt>
    <dgm:pt modelId="{0AB79AEB-8DEC-4C4C-81D8-CC95DFDC8955}" type="pres">
      <dgm:prSet presAssocID="{FAB647DE-0BFF-4C0F-BC63-4FC537E3BBE4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ales of Justice"/>
        </a:ext>
      </dgm:extLst>
    </dgm:pt>
    <dgm:pt modelId="{AEAB3313-D517-48CA-B8A7-1BD50A5013B5}" type="pres">
      <dgm:prSet presAssocID="{FAB647DE-0BFF-4C0F-BC63-4FC537E3BBE4}" presName="spaceRect" presStyleCnt="0"/>
      <dgm:spPr/>
    </dgm:pt>
    <dgm:pt modelId="{C6E98C6A-C9D3-4F79-80DD-E2463184C7A8}" type="pres">
      <dgm:prSet presAssocID="{FAB647DE-0BFF-4C0F-BC63-4FC537E3BBE4}" presName="parTx" presStyleLbl="revTx" presStyleIdx="1" presStyleCnt="6">
        <dgm:presLayoutVars>
          <dgm:chMax val="0"/>
          <dgm:chPref val="0"/>
        </dgm:presLayoutVars>
      </dgm:prSet>
      <dgm:spPr/>
    </dgm:pt>
    <dgm:pt modelId="{33CE30ED-41FB-4A28-9FE6-DA4EFC6C046C}" type="pres">
      <dgm:prSet presAssocID="{675A5A7F-07B1-4910-9B48-9D3EBA6C4862}" presName="sibTrans" presStyleCnt="0"/>
      <dgm:spPr/>
    </dgm:pt>
    <dgm:pt modelId="{31E458DE-501D-41A4-8659-483ABBB0BDA0}" type="pres">
      <dgm:prSet presAssocID="{6CDE360B-A350-45CD-A30A-1941F39F9717}" presName="compNode" presStyleCnt="0"/>
      <dgm:spPr/>
    </dgm:pt>
    <dgm:pt modelId="{3D9613BA-BAA5-4A8F-BBEF-2A6DC4E8F193}" type="pres">
      <dgm:prSet presAssocID="{6CDE360B-A350-45CD-A30A-1941F39F9717}" presName="bgRect" presStyleLbl="bgShp" presStyleIdx="2" presStyleCnt="6"/>
      <dgm:spPr/>
    </dgm:pt>
    <dgm:pt modelId="{74FDE3F0-40E6-481C-8A36-63360E8B0AC5}" type="pres">
      <dgm:prSet presAssocID="{6CDE360B-A350-45CD-A30A-1941F39F9717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wnload from cloud"/>
        </a:ext>
      </dgm:extLst>
    </dgm:pt>
    <dgm:pt modelId="{8400AA3A-B967-44C8-B855-F3F4FC1CF54A}" type="pres">
      <dgm:prSet presAssocID="{6CDE360B-A350-45CD-A30A-1941F39F9717}" presName="spaceRect" presStyleCnt="0"/>
      <dgm:spPr/>
    </dgm:pt>
    <dgm:pt modelId="{4EAF6189-62EC-4026-8B8D-7620D1341B25}" type="pres">
      <dgm:prSet presAssocID="{6CDE360B-A350-45CD-A30A-1941F39F9717}" presName="parTx" presStyleLbl="revTx" presStyleIdx="2" presStyleCnt="6">
        <dgm:presLayoutVars>
          <dgm:chMax val="0"/>
          <dgm:chPref val="0"/>
        </dgm:presLayoutVars>
      </dgm:prSet>
      <dgm:spPr/>
    </dgm:pt>
    <dgm:pt modelId="{52ED540C-FF35-465D-BFC4-F469AE2A7F12}" type="pres">
      <dgm:prSet presAssocID="{2474D287-328D-41AE-9967-740350290EC7}" presName="sibTrans" presStyleCnt="0"/>
      <dgm:spPr/>
    </dgm:pt>
    <dgm:pt modelId="{4BFB10C2-2E3C-4974-AB13-441CBEC834BA}" type="pres">
      <dgm:prSet presAssocID="{0F19E6F4-0480-44ED-8AF5-F21F6A9305DA}" presName="compNode" presStyleCnt="0"/>
      <dgm:spPr/>
    </dgm:pt>
    <dgm:pt modelId="{107FC243-3C36-4593-B362-D31DDBB236C5}" type="pres">
      <dgm:prSet presAssocID="{0F19E6F4-0480-44ED-8AF5-F21F6A9305DA}" presName="bgRect" presStyleLbl="bgShp" presStyleIdx="3" presStyleCnt="6"/>
      <dgm:spPr/>
    </dgm:pt>
    <dgm:pt modelId="{1768E2BB-F136-4F24-8E91-0EFFDE243C5C}" type="pres">
      <dgm:prSet presAssocID="{0F19E6F4-0480-44ED-8AF5-F21F6A9305DA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nheiro"/>
        </a:ext>
      </dgm:extLst>
    </dgm:pt>
    <dgm:pt modelId="{E7686F76-1106-497F-9640-7F07A84747AC}" type="pres">
      <dgm:prSet presAssocID="{0F19E6F4-0480-44ED-8AF5-F21F6A9305DA}" presName="spaceRect" presStyleCnt="0"/>
      <dgm:spPr/>
    </dgm:pt>
    <dgm:pt modelId="{C3092C4B-C43D-462D-80A3-1D227A58E1A2}" type="pres">
      <dgm:prSet presAssocID="{0F19E6F4-0480-44ED-8AF5-F21F6A9305DA}" presName="parTx" presStyleLbl="revTx" presStyleIdx="3" presStyleCnt="6">
        <dgm:presLayoutVars>
          <dgm:chMax val="0"/>
          <dgm:chPref val="0"/>
        </dgm:presLayoutVars>
      </dgm:prSet>
      <dgm:spPr/>
    </dgm:pt>
    <dgm:pt modelId="{8D5F0D46-2EE0-4AF4-B5BC-DE32CC626570}" type="pres">
      <dgm:prSet presAssocID="{F71D2DDB-46BC-4A58-8DF0-A986433BB534}" presName="sibTrans" presStyleCnt="0"/>
      <dgm:spPr/>
    </dgm:pt>
    <dgm:pt modelId="{C8E634BE-C3AF-467F-9345-E55C48D825F1}" type="pres">
      <dgm:prSet presAssocID="{99A8FEFB-7DAE-4678-AC7C-95D9884D5EE6}" presName="compNode" presStyleCnt="0"/>
      <dgm:spPr/>
    </dgm:pt>
    <dgm:pt modelId="{B10BA638-026F-492F-A7D4-5557D5409502}" type="pres">
      <dgm:prSet presAssocID="{99A8FEFB-7DAE-4678-AC7C-95D9884D5EE6}" presName="bgRect" presStyleLbl="bgShp" presStyleIdx="4" presStyleCnt="6"/>
      <dgm:spPr/>
    </dgm:pt>
    <dgm:pt modelId="{617C5C8B-35E7-4D40-B18E-733FD307BDEC}" type="pres">
      <dgm:prSet presAssocID="{99A8FEFB-7DAE-4678-AC7C-95D9884D5EE6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lvo"/>
        </a:ext>
      </dgm:extLst>
    </dgm:pt>
    <dgm:pt modelId="{0A7A990F-38E1-4723-B720-057E8A2D9BFA}" type="pres">
      <dgm:prSet presAssocID="{99A8FEFB-7DAE-4678-AC7C-95D9884D5EE6}" presName="spaceRect" presStyleCnt="0"/>
      <dgm:spPr/>
    </dgm:pt>
    <dgm:pt modelId="{D63B5929-46D9-45DB-BF2C-B58C1B57708E}" type="pres">
      <dgm:prSet presAssocID="{99A8FEFB-7DAE-4678-AC7C-95D9884D5EE6}" presName="parTx" presStyleLbl="revTx" presStyleIdx="4" presStyleCnt="6">
        <dgm:presLayoutVars>
          <dgm:chMax val="0"/>
          <dgm:chPref val="0"/>
        </dgm:presLayoutVars>
      </dgm:prSet>
      <dgm:spPr/>
    </dgm:pt>
    <dgm:pt modelId="{51EBA58C-420C-4469-B682-F82A1D3272A3}" type="pres">
      <dgm:prSet presAssocID="{259840B8-F23E-48BC-9509-036D98E79E22}" presName="sibTrans" presStyleCnt="0"/>
      <dgm:spPr/>
    </dgm:pt>
    <dgm:pt modelId="{0438C044-3391-49E2-B852-89AF2203368C}" type="pres">
      <dgm:prSet presAssocID="{10E11F35-3397-4685-A06D-2BB43F586072}" presName="compNode" presStyleCnt="0"/>
      <dgm:spPr/>
    </dgm:pt>
    <dgm:pt modelId="{FB1FF9DB-F2DD-4299-AC74-6B4382FCA64C}" type="pres">
      <dgm:prSet presAssocID="{10E11F35-3397-4685-A06D-2BB43F586072}" presName="bgRect" presStyleLbl="bgShp" presStyleIdx="5" presStyleCnt="6"/>
      <dgm:spPr/>
    </dgm:pt>
    <dgm:pt modelId="{1A6989C4-8FC6-4A3B-A68C-ED23FD0FB731}" type="pres">
      <dgm:prSet presAssocID="{10E11F35-3397-4685-A06D-2BB43F586072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oféu"/>
        </a:ext>
      </dgm:extLst>
    </dgm:pt>
    <dgm:pt modelId="{3E64249E-561C-4DA7-ADDF-B8CC176F70E5}" type="pres">
      <dgm:prSet presAssocID="{10E11F35-3397-4685-A06D-2BB43F586072}" presName="spaceRect" presStyleCnt="0"/>
      <dgm:spPr/>
    </dgm:pt>
    <dgm:pt modelId="{E02A816C-852F-419A-B452-829FA4885C29}" type="pres">
      <dgm:prSet presAssocID="{10E11F35-3397-4685-A06D-2BB43F58607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957FE100-7F70-474E-9F90-B4C132E6DD10}" srcId="{B417606F-CBA4-4245-8104-0A457E52C4A2}" destId="{6CDE360B-A350-45CD-A30A-1941F39F9717}" srcOrd="2" destOrd="0" parTransId="{A778AE6F-0898-4A43-B4EA-2558148BB3F3}" sibTransId="{2474D287-328D-41AE-9967-740350290EC7}"/>
    <dgm:cxn modelId="{6E80F21E-4558-431E-A93C-63002599A746}" srcId="{B417606F-CBA4-4245-8104-0A457E52C4A2}" destId="{1E4FA455-49F1-44B6-930A-5A4847F637BA}" srcOrd="0" destOrd="0" parTransId="{D79B5E2C-EAB7-4E1B-ADD1-06E85CE1D815}" sibTransId="{F3031844-49FD-4682-945A-CBEB01D24FE4}"/>
    <dgm:cxn modelId="{D7B39A3C-B50B-4B69-A6CB-85C14644EC2C}" type="presOf" srcId="{99A8FEFB-7DAE-4678-AC7C-95D9884D5EE6}" destId="{D63B5929-46D9-45DB-BF2C-B58C1B57708E}" srcOrd="0" destOrd="0" presId="urn:microsoft.com/office/officeart/2018/2/layout/IconVerticalSolidList"/>
    <dgm:cxn modelId="{0F1BB443-76E4-4E2C-9011-76E46E96E736}" srcId="{B417606F-CBA4-4245-8104-0A457E52C4A2}" destId="{0F19E6F4-0480-44ED-8AF5-F21F6A9305DA}" srcOrd="3" destOrd="0" parTransId="{C24BFF4D-C95C-4F2C-8B5B-4D520E84F3F4}" sibTransId="{F71D2DDB-46BC-4A58-8DF0-A986433BB534}"/>
    <dgm:cxn modelId="{A4908745-3046-4451-961B-F2B32343F3E5}" type="presOf" srcId="{1E4FA455-49F1-44B6-930A-5A4847F637BA}" destId="{4AA34A01-5DE2-45EE-BCF0-AF9B36B933C5}" srcOrd="0" destOrd="0" presId="urn:microsoft.com/office/officeart/2018/2/layout/IconVerticalSolidList"/>
    <dgm:cxn modelId="{8BB76656-E0C5-4891-BE87-6CCDBDCF4172}" srcId="{B417606F-CBA4-4245-8104-0A457E52C4A2}" destId="{FAB647DE-0BFF-4C0F-BC63-4FC537E3BBE4}" srcOrd="1" destOrd="0" parTransId="{47AE1F59-A708-482F-885A-D80EFB79E18E}" sibTransId="{675A5A7F-07B1-4910-9B48-9D3EBA6C4862}"/>
    <dgm:cxn modelId="{444FA864-3E1B-4746-8E03-ECCFE26EDBD0}" type="presOf" srcId="{FAB647DE-0BFF-4C0F-BC63-4FC537E3BBE4}" destId="{C6E98C6A-C9D3-4F79-80DD-E2463184C7A8}" srcOrd="0" destOrd="0" presId="urn:microsoft.com/office/officeart/2018/2/layout/IconVerticalSolidList"/>
    <dgm:cxn modelId="{EF7B5E7B-DC31-458C-A577-ACCDDBE8501E}" srcId="{B417606F-CBA4-4245-8104-0A457E52C4A2}" destId="{99A8FEFB-7DAE-4678-AC7C-95D9884D5EE6}" srcOrd="4" destOrd="0" parTransId="{559411AA-7722-40CE-95FF-52E79A8736BD}" sibTransId="{259840B8-F23E-48BC-9509-036D98E79E22}"/>
    <dgm:cxn modelId="{F5CD187C-A404-4E9B-A906-721F7ECCBC48}" type="presOf" srcId="{10E11F35-3397-4685-A06D-2BB43F586072}" destId="{E02A816C-852F-419A-B452-829FA4885C29}" srcOrd="0" destOrd="0" presId="urn:microsoft.com/office/officeart/2018/2/layout/IconVerticalSolidList"/>
    <dgm:cxn modelId="{8FE7FE8C-9A26-478B-9255-9E3005AC5B17}" type="presOf" srcId="{B417606F-CBA4-4245-8104-0A457E52C4A2}" destId="{37F88017-3B2E-4F82-A15B-6E7E14EA96BD}" srcOrd="0" destOrd="0" presId="urn:microsoft.com/office/officeart/2018/2/layout/IconVerticalSolidList"/>
    <dgm:cxn modelId="{9D146C8D-1234-4792-BCA2-B194B19BED64}" srcId="{B417606F-CBA4-4245-8104-0A457E52C4A2}" destId="{10E11F35-3397-4685-A06D-2BB43F586072}" srcOrd="5" destOrd="0" parTransId="{EA211EA2-9A18-4BAB-9F1C-088BA5FFC4DC}" sibTransId="{B46AEE72-E95C-4EB6-956E-65E2BCFDD7CD}"/>
    <dgm:cxn modelId="{96A3A797-2F41-4584-AE9B-F73878F0AEF4}" type="presOf" srcId="{0F19E6F4-0480-44ED-8AF5-F21F6A9305DA}" destId="{C3092C4B-C43D-462D-80A3-1D227A58E1A2}" srcOrd="0" destOrd="0" presId="urn:microsoft.com/office/officeart/2018/2/layout/IconVerticalSolidList"/>
    <dgm:cxn modelId="{51F16FC0-9D68-4EC6-BB90-21FF35552C09}" type="presOf" srcId="{6CDE360B-A350-45CD-A30A-1941F39F9717}" destId="{4EAF6189-62EC-4026-8B8D-7620D1341B25}" srcOrd="0" destOrd="0" presId="urn:microsoft.com/office/officeart/2018/2/layout/IconVerticalSolidList"/>
    <dgm:cxn modelId="{508327D1-E3C6-4220-8095-17B9EEEDEEDE}" type="presParOf" srcId="{37F88017-3B2E-4F82-A15B-6E7E14EA96BD}" destId="{9E4019B8-9F13-4FE8-B18C-EA9BBAC22FD0}" srcOrd="0" destOrd="0" presId="urn:microsoft.com/office/officeart/2018/2/layout/IconVerticalSolidList"/>
    <dgm:cxn modelId="{75C289F0-BDAF-4953-8E5D-EE8E726F6129}" type="presParOf" srcId="{9E4019B8-9F13-4FE8-B18C-EA9BBAC22FD0}" destId="{3043FE96-923A-451A-ACFB-029905B450E2}" srcOrd="0" destOrd="0" presId="urn:microsoft.com/office/officeart/2018/2/layout/IconVerticalSolidList"/>
    <dgm:cxn modelId="{37B53B8D-7254-4AAE-9524-5980C045BB2A}" type="presParOf" srcId="{9E4019B8-9F13-4FE8-B18C-EA9BBAC22FD0}" destId="{381C7DEA-366E-4A0C-A2CC-F5F250F6EC86}" srcOrd="1" destOrd="0" presId="urn:microsoft.com/office/officeart/2018/2/layout/IconVerticalSolidList"/>
    <dgm:cxn modelId="{44F3F0C2-3594-4621-8709-51A4DBB5A54B}" type="presParOf" srcId="{9E4019B8-9F13-4FE8-B18C-EA9BBAC22FD0}" destId="{2A5CA821-CF96-42D2-89E5-9084451154AF}" srcOrd="2" destOrd="0" presId="urn:microsoft.com/office/officeart/2018/2/layout/IconVerticalSolidList"/>
    <dgm:cxn modelId="{ABFC2701-7FCB-4435-87A0-D29EE60FB675}" type="presParOf" srcId="{9E4019B8-9F13-4FE8-B18C-EA9BBAC22FD0}" destId="{4AA34A01-5DE2-45EE-BCF0-AF9B36B933C5}" srcOrd="3" destOrd="0" presId="urn:microsoft.com/office/officeart/2018/2/layout/IconVerticalSolidList"/>
    <dgm:cxn modelId="{F0C9CDA8-ED82-4B01-8AE5-62AA398E38A2}" type="presParOf" srcId="{37F88017-3B2E-4F82-A15B-6E7E14EA96BD}" destId="{EE6F229E-F8A6-40CB-9BF3-AF35B8847B42}" srcOrd="1" destOrd="0" presId="urn:microsoft.com/office/officeart/2018/2/layout/IconVerticalSolidList"/>
    <dgm:cxn modelId="{CAB97216-B3BD-44FD-A1B8-DDBA92C61BEA}" type="presParOf" srcId="{37F88017-3B2E-4F82-A15B-6E7E14EA96BD}" destId="{904D9158-5459-41C2-A597-CD7AF40BC0A7}" srcOrd="2" destOrd="0" presId="urn:microsoft.com/office/officeart/2018/2/layout/IconVerticalSolidList"/>
    <dgm:cxn modelId="{6814BF5E-B624-4BF5-B7B5-54AD60AA0F28}" type="presParOf" srcId="{904D9158-5459-41C2-A597-CD7AF40BC0A7}" destId="{7E084AC7-D326-40EC-91F6-95151FBE30DC}" srcOrd="0" destOrd="0" presId="urn:microsoft.com/office/officeart/2018/2/layout/IconVerticalSolidList"/>
    <dgm:cxn modelId="{690886A7-0413-42EC-BE2B-04C015BA9036}" type="presParOf" srcId="{904D9158-5459-41C2-A597-CD7AF40BC0A7}" destId="{0AB79AEB-8DEC-4C4C-81D8-CC95DFDC8955}" srcOrd="1" destOrd="0" presId="urn:microsoft.com/office/officeart/2018/2/layout/IconVerticalSolidList"/>
    <dgm:cxn modelId="{B3C8008B-0035-4BB8-915E-C01E8E453F70}" type="presParOf" srcId="{904D9158-5459-41C2-A597-CD7AF40BC0A7}" destId="{AEAB3313-D517-48CA-B8A7-1BD50A5013B5}" srcOrd="2" destOrd="0" presId="urn:microsoft.com/office/officeart/2018/2/layout/IconVerticalSolidList"/>
    <dgm:cxn modelId="{17FF084C-273E-4067-8491-180D48115120}" type="presParOf" srcId="{904D9158-5459-41C2-A597-CD7AF40BC0A7}" destId="{C6E98C6A-C9D3-4F79-80DD-E2463184C7A8}" srcOrd="3" destOrd="0" presId="urn:microsoft.com/office/officeart/2018/2/layout/IconVerticalSolidList"/>
    <dgm:cxn modelId="{D1F248A1-F74B-4071-929D-8C261E3B486A}" type="presParOf" srcId="{37F88017-3B2E-4F82-A15B-6E7E14EA96BD}" destId="{33CE30ED-41FB-4A28-9FE6-DA4EFC6C046C}" srcOrd="3" destOrd="0" presId="urn:microsoft.com/office/officeart/2018/2/layout/IconVerticalSolidList"/>
    <dgm:cxn modelId="{CA512FE2-F6AD-42F5-8830-90965B2F52FC}" type="presParOf" srcId="{37F88017-3B2E-4F82-A15B-6E7E14EA96BD}" destId="{31E458DE-501D-41A4-8659-483ABBB0BDA0}" srcOrd="4" destOrd="0" presId="urn:microsoft.com/office/officeart/2018/2/layout/IconVerticalSolidList"/>
    <dgm:cxn modelId="{34FBAD42-37DF-4C4A-A9BC-8FF88CD261C3}" type="presParOf" srcId="{31E458DE-501D-41A4-8659-483ABBB0BDA0}" destId="{3D9613BA-BAA5-4A8F-BBEF-2A6DC4E8F193}" srcOrd="0" destOrd="0" presId="urn:microsoft.com/office/officeart/2018/2/layout/IconVerticalSolidList"/>
    <dgm:cxn modelId="{EEB3E5C5-3EF1-4B08-87D3-54135ED756C2}" type="presParOf" srcId="{31E458DE-501D-41A4-8659-483ABBB0BDA0}" destId="{74FDE3F0-40E6-481C-8A36-63360E8B0AC5}" srcOrd="1" destOrd="0" presId="urn:microsoft.com/office/officeart/2018/2/layout/IconVerticalSolidList"/>
    <dgm:cxn modelId="{05E761DB-1DA4-4F9F-B5C1-BD6C79F381DB}" type="presParOf" srcId="{31E458DE-501D-41A4-8659-483ABBB0BDA0}" destId="{8400AA3A-B967-44C8-B855-F3F4FC1CF54A}" srcOrd="2" destOrd="0" presId="urn:microsoft.com/office/officeart/2018/2/layout/IconVerticalSolidList"/>
    <dgm:cxn modelId="{8634FC28-584E-4F54-A706-FBEF8FE81CC6}" type="presParOf" srcId="{31E458DE-501D-41A4-8659-483ABBB0BDA0}" destId="{4EAF6189-62EC-4026-8B8D-7620D1341B25}" srcOrd="3" destOrd="0" presId="urn:microsoft.com/office/officeart/2018/2/layout/IconVerticalSolidList"/>
    <dgm:cxn modelId="{97C73242-B7D1-4A17-949D-2E77D3659C85}" type="presParOf" srcId="{37F88017-3B2E-4F82-A15B-6E7E14EA96BD}" destId="{52ED540C-FF35-465D-BFC4-F469AE2A7F12}" srcOrd="5" destOrd="0" presId="urn:microsoft.com/office/officeart/2018/2/layout/IconVerticalSolidList"/>
    <dgm:cxn modelId="{C6AD052E-C3EE-457A-8A74-2110B37E1D48}" type="presParOf" srcId="{37F88017-3B2E-4F82-A15B-6E7E14EA96BD}" destId="{4BFB10C2-2E3C-4974-AB13-441CBEC834BA}" srcOrd="6" destOrd="0" presId="urn:microsoft.com/office/officeart/2018/2/layout/IconVerticalSolidList"/>
    <dgm:cxn modelId="{463970AD-0E7F-43D5-ACEC-7FD6A69412DE}" type="presParOf" srcId="{4BFB10C2-2E3C-4974-AB13-441CBEC834BA}" destId="{107FC243-3C36-4593-B362-D31DDBB236C5}" srcOrd="0" destOrd="0" presId="urn:microsoft.com/office/officeart/2018/2/layout/IconVerticalSolidList"/>
    <dgm:cxn modelId="{34821A7A-FA24-48F6-8586-E3E1E2FB16DF}" type="presParOf" srcId="{4BFB10C2-2E3C-4974-AB13-441CBEC834BA}" destId="{1768E2BB-F136-4F24-8E91-0EFFDE243C5C}" srcOrd="1" destOrd="0" presId="urn:microsoft.com/office/officeart/2018/2/layout/IconVerticalSolidList"/>
    <dgm:cxn modelId="{82316984-4766-4F6A-A719-548596E94567}" type="presParOf" srcId="{4BFB10C2-2E3C-4974-AB13-441CBEC834BA}" destId="{E7686F76-1106-497F-9640-7F07A84747AC}" srcOrd="2" destOrd="0" presId="urn:microsoft.com/office/officeart/2018/2/layout/IconVerticalSolidList"/>
    <dgm:cxn modelId="{B378580C-99E8-4BA5-B545-C09ACFB76099}" type="presParOf" srcId="{4BFB10C2-2E3C-4974-AB13-441CBEC834BA}" destId="{C3092C4B-C43D-462D-80A3-1D227A58E1A2}" srcOrd="3" destOrd="0" presId="urn:microsoft.com/office/officeart/2018/2/layout/IconVerticalSolidList"/>
    <dgm:cxn modelId="{93CD5DC3-D286-4E6B-A660-887F8F209244}" type="presParOf" srcId="{37F88017-3B2E-4F82-A15B-6E7E14EA96BD}" destId="{8D5F0D46-2EE0-4AF4-B5BC-DE32CC626570}" srcOrd="7" destOrd="0" presId="urn:microsoft.com/office/officeart/2018/2/layout/IconVerticalSolidList"/>
    <dgm:cxn modelId="{8BBF8160-9000-49C8-8B9A-7F5DA7FBDCE1}" type="presParOf" srcId="{37F88017-3B2E-4F82-A15B-6E7E14EA96BD}" destId="{C8E634BE-C3AF-467F-9345-E55C48D825F1}" srcOrd="8" destOrd="0" presId="urn:microsoft.com/office/officeart/2018/2/layout/IconVerticalSolidList"/>
    <dgm:cxn modelId="{53B7953A-5E4F-47A3-B82B-34C963EAC3FF}" type="presParOf" srcId="{C8E634BE-C3AF-467F-9345-E55C48D825F1}" destId="{B10BA638-026F-492F-A7D4-5557D5409502}" srcOrd="0" destOrd="0" presId="urn:microsoft.com/office/officeart/2018/2/layout/IconVerticalSolidList"/>
    <dgm:cxn modelId="{03C09947-921E-47C9-8D4D-71F66E320F51}" type="presParOf" srcId="{C8E634BE-C3AF-467F-9345-E55C48D825F1}" destId="{617C5C8B-35E7-4D40-B18E-733FD307BDEC}" srcOrd="1" destOrd="0" presId="urn:microsoft.com/office/officeart/2018/2/layout/IconVerticalSolidList"/>
    <dgm:cxn modelId="{5A1D1730-0492-4563-9F63-A20E39A91E52}" type="presParOf" srcId="{C8E634BE-C3AF-467F-9345-E55C48D825F1}" destId="{0A7A990F-38E1-4723-B720-057E8A2D9BFA}" srcOrd="2" destOrd="0" presId="urn:microsoft.com/office/officeart/2018/2/layout/IconVerticalSolidList"/>
    <dgm:cxn modelId="{25718C99-131A-445D-841D-FF6955EA0E6A}" type="presParOf" srcId="{C8E634BE-C3AF-467F-9345-E55C48D825F1}" destId="{D63B5929-46D9-45DB-BF2C-B58C1B57708E}" srcOrd="3" destOrd="0" presId="urn:microsoft.com/office/officeart/2018/2/layout/IconVerticalSolidList"/>
    <dgm:cxn modelId="{29CF38CB-90A5-460E-8170-6C0D68147858}" type="presParOf" srcId="{37F88017-3B2E-4F82-A15B-6E7E14EA96BD}" destId="{51EBA58C-420C-4469-B682-F82A1D3272A3}" srcOrd="9" destOrd="0" presId="urn:microsoft.com/office/officeart/2018/2/layout/IconVerticalSolidList"/>
    <dgm:cxn modelId="{72D956D6-D51E-411F-9E48-BC986A95912A}" type="presParOf" srcId="{37F88017-3B2E-4F82-A15B-6E7E14EA96BD}" destId="{0438C044-3391-49E2-B852-89AF2203368C}" srcOrd="10" destOrd="0" presId="urn:microsoft.com/office/officeart/2018/2/layout/IconVerticalSolidList"/>
    <dgm:cxn modelId="{9EFAC613-5C11-459A-B085-CAA263779ACC}" type="presParOf" srcId="{0438C044-3391-49E2-B852-89AF2203368C}" destId="{FB1FF9DB-F2DD-4299-AC74-6B4382FCA64C}" srcOrd="0" destOrd="0" presId="urn:microsoft.com/office/officeart/2018/2/layout/IconVerticalSolidList"/>
    <dgm:cxn modelId="{3D5B0C17-97A5-48C6-ABAE-E33687FB7807}" type="presParOf" srcId="{0438C044-3391-49E2-B852-89AF2203368C}" destId="{1A6989C4-8FC6-4A3B-A68C-ED23FD0FB731}" srcOrd="1" destOrd="0" presId="urn:microsoft.com/office/officeart/2018/2/layout/IconVerticalSolidList"/>
    <dgm:cxn modelId="{5C2E6765-47F8-4AD0-803E-75AFBBC9343B}" type="presParOf" srcId="{0438C044-3391-49E2-B852-89AF2203368C}" destId="{3E64249E-561C-4DA7-ADDF-B8CC176F70E5}" srcOrd="2" destOrd="0" presId="urn:microsoft.com/office/officeart/2018/2/layout/IconVerticalSolidList"/>
    <dgm:cxn modelId="{EF3C78D9-42C7-47DF-99A5-9586BDF397A3}" type="presParOf" srcId="{0438C044-3391-49E2-B852-89AF2203368C}" destId="{E02A816C-852F-419A-B452-829FA4885C2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976038-C2A4-C74F-82AF-1A6A1DCFA7B4}">
      <dsp:nvSpPr>
        <dsp:cNvPr id="0" name=""/>
        <dsp:cNvSpPr/>
      </dsp:nvSpPr>
      <dsp:spPr>
        <a:xfrm>
          <a:off x="0" y="524133"/>
          <a:ext cx="2918936" cy="1853524"/>
        </a:xfrm>
        <a:prstGeom prst="roundRect">
          <a:avLst>
            <a:gd name="adj" fmla="val 10000"/>
          </a:avLst>
        </a:prstGeom>
        <a:solidFill>
          <a:srgbClr val="0045AA"/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4545EB-84E2-8B4F-BFE7-8AE4893FC71B}">
      <dsp:nvSpPr>
        <dsp:cNvPr id="0" name=""/>
        <dsp:cNvSpPr/>
      </dsp:nvSpPr>
      <dsp:spPr>
        <a:xfrm>
          <a:off x="324326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b="1" kern="1200" dirty="0"/>
            <a:t>Criar uma plataforma interativa de treino financeiro</a:t>
          </a:r>
          <a:endParaRPr lang="en-US" sz="2700" kern="1200" dirty="0"/>
        </a:p>
      </dsp:txBody>
      <dsp:txXfrm>
        <a:off x="378614" y="886531"/>
        <a:ext cx="2810360" cy="1744948"/>
      </dsp:txXfrm>
    </dsp:sp>
    <dsp:sp modelId="{9F1B09EF-A76C-D24A-85B6-C547116AD04D}">
      <dsp:nvSpPr>
        <dsp:cNvPr id="0" name=""/>
        <dsp:cNvSpPr/>
      </dsp:nvSpPr>
      <dsp:spPr>
        <a:xfrm>
          <a:off x="3567588" y="524133"/>
          <a:ext cx="2918936" cy="1853524"/>
        </a:xfrm>
        <a:prstGeom prst="roundRect">
          <a:avLst>
            <a:gd name="adj" fmla="val 10000"/>
          </a:avLst>
        </a:prstGeom>
        <a:solidFill>
          <a:srgbClr val="0045AA"/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363F07-7354-E146-917E-7B3BF97883BB}">
      <dsp:nvSpPr>
        <dsp:cNvPr id="0" name=""/>
        <dsp:cNvSpPr/>
      </dsp:nvSpPr>
      <dsp:spPr>
        <a:xfrm>
          <a:off x="3891915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b="1" kern="1200"/>
            <a:t>Simular a gestão real da vida adulta</a:t>
          </a:r>
          <a:endParaRPr lang="en-US" sz="2700" kern="1200"/>
        </a:p>
      </dsp:txBody>
      <dsp:txXfrm>
        <a:off x="3946203" y="886531"/>
        <a:ext cx="2810360" cy="1744948"/>
      </dsp:txXfrm>
    </dsp:sp>
    <dsp:sp modelId="{854C7F96-E124-994F-8636-B47EA426B45C}">
      <dsp:nvSpPr>
        <dsp:cNvPr id="0" name=""/>
        <dsp:cNvSpPr/>
      </dsp:nvSpPr>
      <dsp:spPr>
        <a:xfrm>
          <a:off x="7135177" y="524133"/>
          <a:ext cx="2918936" cy="1853524"/>
        </a:xfrm>
        <a:prstGeom prst="roundRect">
          <a:avLst>
            <a:gd name="adj" fmla="val 10000"/>
          </a:avLst>
        </a:prstGeom>
        <a:solidFill>
          <a:srgbClr val="0045AA"/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030128-9481-9644-8190-D6B450ECC07B}">
      <dsp:nvSpPr>
        <dsp:cNvPr id="0" name=""/>
        <dsp:cNvSpPr/>
      </dsp:nvSpPr>
      <dsp:spPr>
        <a:xfrm>
          <a:off x="7459503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b="1" kern="1200"/>
            <a:t>Centralizar a tomada de decisões e imprevistos</a:t>
          </a:r>
          <a:endParaRPr lang="en-US" sz="2700" kern="1200"/>
        </a:p>
      </dsp:txBody>
      <dsp:txXfrm>
        <a:off x="7513791" y="886531"/>
        <a:ext cx="2810360" cy="17449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43FE96-923A-451A-ACFB-029905B450E2}">
      <dsp:nvSpPr>
        <dsp:cNvPr id="0" name=""/>
        <dsp:cNvSpPr/>
      </dsp:nvSpPr>
      <dsp:spPr>
        <a:xfrm>
          <a:off x="0" y="1808"/>
          <a:ext cx="6245265" cy="77044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1C7DEA-366E-4A0C-A2CC-F5F250F6EC86}">
      <dsp:nvSpPr>
        <dsp:cNvPr id="0" name=""/>
        <dsp:cNvSpPr/>
      </dsp:nvSpPr>
      <dsp:spPr>
        <a:xfrm>
          <a:off x="233059" y="175158"/>
          <a:ext cx="423745" cy="42374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A34A01-5DE2-45EE-BCF0-AF9B36B933C5}">
      <dsp:nvSpPr>
        <dsp:cNvPr id="0" name=""/>
        <dsp:cNvSpPr/>
      </dsp:nvSpPr>
      <dsp:spPr>
        <a:xfrm>
          <a:off x="889864" y="1808"/>
          <a:ext cx="5355400" cy="770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539" tIns="81539" rIns="81539" bIns="81539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900" kern="1200" dirty="0">
              <a:latin typeface="Calibri" panose="020F0502020204030204" pitchFamily="34" charset="0"/>
              <a:cs typeface="Calibri" panose="020F0502020204030204" pitchFamily="34" charset="0"/>
            </a:rPr>
            <a:t>Configuração de perfil, mesada e contas bancárias</a:t>
          </a:r>
          <a:endParaRPr lang="en-US" sz="19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889864" y="1808"/>
        <a:ext cx="5355400" cy="770445"/>
      </dsp:txXfrm>
    </dsp:sp>
    <dsp:sp modelId="{7E084AC7-D326-40EC-91F6-95151FBE30DC}">
      <dsp:nvSpPr>
        <dsp:cNvPr id="0" name=""/>
        <dsp:cNvSpPr/>
      </dsp:nvSpPr>
      <dsp:spPr>
        <a:xfrm>
          <a:off x="0" y="964865"/>
          <a:ext cx="6245265" cy="77044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B79AEB-8DEC-4C4C-81D8-CC95DFDC8955}">
      <dsp:nvSpPr>
        <dsp:cNvPr id="0" name=""/>
        <dsp:cNvSpPr/>
      </dsp:nvSpPr>
      <dsp:spPr>
        <a:xfrm>
          <a:off x="233059" y="1138215"/>
          <a:ext cx="423745" cy="42374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E98C6A-C9D3-4F79-80DD-E2463184C7A8}">
      <dsp:nvSpPr>
        <dsp:cNvPr id="0" name=""/>
        <dsp:cNvSpPr/>
      </dsp:nvSpPr>
      <dsp:spPr>
        <a:xfrm>
          <a:off x="889864" y="964865"/>
          <a:ext cx="5355400" cy="770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539" tIns="81539" rIns="81539" bIns="81539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900" kern="1200" dirty="0">
              <a:latin typeface="Calibri" panose="020F0502020204030204" pitchFamily="34" charset="0"/>
              <a:cs typeface="Calibri" panose="020F0502020204030204" pitchFamily="34" charset="0"/>
            </a:rPr>
            <a:t>Painel de controlo de saldo, felicidade e vida social</a:t>
          </a:r>
          <a:endParaRPr lang="en-US" sz="19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889864" y="964865"/>
        <a:ext cx="5355400" cy="770445"/>
      </dsp:txXfrm>
    </dsp:sp>
    <dsp:sp modelId="{3D9613BA-BAA5-4A8F-BBEF-2A6DC4E8F193}">
      <dsp:nvSpPr>
        <dsp:cNvPr id="0" name=""/>
        <dsp:cNvSpPr/>
      </dsp:nvSpPr>
      <dsp:spPr>
        <a:xfrm>
          <a:off x="0" y="1927922"/>
          <a:ext cx="6245265" cy="77044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FDE3F0-40E6-481C-8A36-63360E8B0AC5}">
      <dsp:nvSpPr>
        <dsp:cNvPr id="0" name=""/>
        <dsp:cNvSpPr/>
      </dsp:nvSpPr>
      <dsp:spPr>
        <a:xfrm>
          <a:off x="233059" y="2101272"/>
          <a:ext cx="423745" cy="42374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AF6189-62EC-4026-8B8D-7620D1341B25}">
      <dsp:nvSpPr>
        <dsp:cNvPr id="0" name=""/>
        <dsp:cNvSpPr/>
      </dsp:nvSpPr>
      <dsp:spPr>
        <a:xfrm>
          <a:off x="889864" y="1927922"/>
          <a:ext cx="5355400" cy="770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539" tIns="81539" rIns="81539" bIns="81539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900" kern="1200" dirty="0">
              <a:latin typeface="Calibri" panose="020F0502020204030204" pitchFamily="34" charset="0"/>
              <a:cs typeface="Calibri" panose="020F0502020204030204" pitchFamily="34" charset="0"/>
            </a:rPr>
            <a:t>Simulação de juros poupança</a:t>
          </a:r>
          <a:endParaRPr lang="en-US" sz="19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889864" y="1927922"/>
        <a:ext cx="5355400" cy="770445"/>
      </dsp:txXfrm>
    </dsp:sp>
    <dsp:sp modelId="{107FC243-3C36-4593-B362-D31DDBB236C5}">
      <dsp:nvSpPr>
        <dsp:cNvPr id="0" name=""/>
        <dsp:cNvSpPr/>
      </dsp:nvSpPr>
      <dsp:spPr>
        <a:xfrm>
          <a:off x="0" y="2890979"/>
          <a:ext cx="6245265" cy="77044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768E2BB-F136-4F24-8E91-0EFFDE243C5C}">
      <dsp:nvSpPr>
        <dsp:cNvPr id="0" name=""/>
        <dsp:cNvSpPr/>
      </dsp:nvSpPr>
      <dsp:spPr>
        <a:xfrm>
          <a:off x="233059" y="3064329"/>
          <a:ext cx="423745" cy="42374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092C4B-C43D-462D-80A3-1D227A58E1A2}">
      <dsp:nvSpPr>
        <dsp:cNvPr id="0" name=""/>
        <dsp:cNvSpPr/>
      </dsp:nvSpPr>
      <dsp:spPr>
        <a:xfrm>
          <a:off x="889864" y="2890979"/>
          <a:ext cx="5355400" cy="770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539" tIns="81539" rIns="81539" bIns="81539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900" kern="1200" dirty="0">
              <a:latin typeface="Calibri" panose="020F0502020204030204" pitchFamily="34" charset="0"/>
              <a:cs typeface="Calibri" panose="020F0502020204030204" pitchFamily="34" charset="0"/>
            </a:rPr>
            <a:t>Loja de consumo com categorias e restrições de idade</a:t>
          </a:r>
          <a:endParaRPr lang="en-US" sz="19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889864" y="2890979"/>
        <a:ext cx="5355400" cy="770445"/>
      </dsp:txXfrm>
    </dsp:sp>
    <dsp:sp modelId="{B10BA638-026F-492F-A7D4-5557D5409502}">
      <dsp:nvSpPr>
        <dsp:cNvPr id="0" name=""/>
        <dsp:cNvSpPr/>
      </dsp:nvSpPr>
      <dsp:spPr>
        <a:xfrm>
          <a:off x="0" y="3854036"/>
          <a:ext cx="6245265" cy="77044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7C5C8B-35E7-4D40-B18E-733FD307BDEC}">
      <dsp:nvSpPr>
        <dsp:cNvPr id="0" name=""/>
        <dsp:cNvSpPr/>
      </dsp:nvSpPr>
      <dsp:spPr>
        <a:xfrm>
          <a:off x="233059" y="4027386"/>
          <a:ext cx="423745" cy="42374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3B5929-46D9-45DB-BF2C-B58C1B57708E}">
      <dsp:nvSpPr>
        <dsp:cNvPr id="0" name=""/>
        <dsp:cNvSpPr/>
      </dsp:nvSpPr>
      <dsp:spPr>
        <a:xfrm>
          <a:off x="889864" y="3854036"/>
          <a:ext cx="5355400" cy="770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539" tIns="81539" rIns="81539" bIns="81539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900" kern="1200" dirty="0">
              <a:latin typeface="Calibri" panose="020F0502020204030204" pitchFamily="34" charset="0"/>
              <a:cs typeface="Calibri" panose="020F0502020204030204" pitchFamily="34" charset="0"/>
            </a:rPr>
            <a:t>Definição de metas financeiras pessoais</a:t>
          </a:r>
          <a:endParaRPr lang="en-US" sz="19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889864" y="3854036"/>
        <a:ext cx="5355400" cy="770445"/>
      </dsp:txXfrm>
    </dsp:sp>
    <dsp:sp modelId="{FB1FF9DB-F2DD-4299-AC74-6B4382FCA64C}">
      <dsp:nvSpPr>
        <dsp:cNvPr id="0" name=""/>
        <dsp:cNvSpPr/>
      </dsp:nvSpPr>
      <dsp:spPr>
        <a:xfrm>
          <a:off x="0" y="4817093"/>
          <a:ext cx="6245265" cy="77044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A6989C4-8FC6-4A3B-A68C-ED23FD0FB731}">
      <dsp:nvSpPr>
        <dsp:cNvPr id="0" name=""/>
        <dsp:cNvSpPr/>
      </dsp:nvSpPr>
      <dsp:spPr>
        <a:xfrm>
          <a:off x="233059" y="4990443"/>
          <a:ext cx="423745" cy="42374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2A816C-852F-419A-B452-829FA4885C29}">
      <dsp:nvSpPr>
        <dsp:cNvPr id="0" name=""/>
        <dsp:cNvSpPr/>
      </dsp:nvSpPr>
      <dsp:spPr>
        <a:xfrm>
          <a:off x="889864" y="4817093"/>
          <a:ext cx="5355400" cy="770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539" tIns="81539" rIns="81539" bIns="81539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900" kern="1200" dirty="0">
              <a:latin typeface="Calibri" panose="020F0502020204030204" pitchFamily="34" charset="0"/>
              <a:cs typeface="Calibri" panose="020F0502020204030204" pitchFamily="34" charset="0"/>
            </a:rPr>
            <a:t>Módulo de conquistas, troféus e resumo final</a:t>
          </a:r>
          <a:endParaRPr lang="en-US" sz="1900" kern="1200" dirty="0">
            <a:latin typeface="Calibri" panose="020F0502020204030204" pitchFamily="34" charset="0"/>
            <a:cs typeface="Calibri" panose="020F0502020204030204" pitchFamily="34" charset="0"/>
          </a:endParaRPr>
        </a:p>
      </dsp:txBody>
      <dsp:txXfrm>
        <a:off x="889864" y="4817093"/>
        <a:ext cx="5355400" cy="7704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D8F67-A3DE-2447-A1AB-EDFE3D75EF1F}" type="datetimeFigureOut">
              <a:rPr lang="pt-PT" smtClean="0"/>
              <a:t>29/06/26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B9CA3-DBB8-9540-89DE-CFB16D4B8CD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10729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D8F67-A3DE-2447-A1AB-EDFE3D75EF1F}" type="datetimeFigureOut">
              <a:rPr lang="pt-PT" smtClean="0"/>
              <a:t>29/06/26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B9CA3-DBB8-9540-89DE-CFB16D4B8CD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19932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D8F67-A3DE-2447-A1AB-EDFE3D75EF1F}" type="datetimeFigureOut">
              <a:rPr lang="pt-PT" smtClean="0"/>
              <a:t>29/06/26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B9CA3-DBB8-9540-89DE-CFB16D4B8CD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95118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D8F67-A3DE-2447-A1AB-EDFE3D75EF1F}" type="datetimeFigureOut">
              <a:rPr lang="pt-PT" smtClean="0"/>
              <a:t>29/06/26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B9CA3-DBB8-9540-89DE-CFB16D4B8CD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23225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D8F67-A3DE-2447-A1AB-EDFE3D75EF1F}" type="datetimeFigureOut">
              <a:rPr lang="pt-PT" smtClean="0"/>
              <a:t>29/06/26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B9CA3-DBB8-9540-89DE-CFB16D4B8CD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1634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D8F67-A3DE-2447-A1AB-EDFE3D75EF1F}" type="datetimeFigureOut">
              <a:rPr lang="pt-PT" smtClean="0"/>
              <a:t>29/06/26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B9CA3-DBB8-9540-89DE-CFB16D4B8CD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809450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D8F67-A3DE-2447-A1AB-EDFE3D75EF1F}" type="datetimeFigureOut">
              <a:rPr lang="pt-PT" smtClean="0"/>
              <a:t>29/06/26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B9CA3-DBB8-9540-89DE-CFB16D4B8CD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5910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D8F67-A3DE-2447-A1AB-EDFE3D75EF1F}" type="datetimeFigureOut">
              <a:rPr lang="pt-PT" smtClean="0"/>
              <a:t>29/06/26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B9CA3-DBB8-9540-89DE-CFB16D4B8CD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9739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D8F67-A3DE-2447-A1AB-EDFE3D75EF1F}" type="datetimeFigureOut">
              <a:rPr lang="pt-PT" smtClean="0"/>
              <a:t>29/06/26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B9CA3-DBB8-9540-89DE-CFB16D4B8CD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733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D8F67-A3DE-2447-A1AB-EDFE3D75EF1F}" type="datetimeFigureOut">
              <a:rPr lang="pt-PT" smtClean="0"/>
              <a:t>29/06/26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B9CA3-DBB8-9540-89DE-CFB16D4B8CD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92776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D8F67-A3DE-2447-A1AB-EDFE3D75EF1F}" type="datetimeFigureOut">
              <a:rPr lang="pt-PT" smtClean="0"/>
              <a:t>29/06/26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B9CA3-DBB8-9540-89DE-CFB16D4B8CD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21408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5D8F67-A3DE-2447-A1AB-EDFE3D75EF1F}" type="datetimeFigureOut">
              <a:rPr lang="pt-PT" smtClean="0"/>
              <a:t>29/06/26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B9CA3-DBB8-9540-89DE-CFB16D4B8CDC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41178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9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36C4118A-B523-45D9-B427-8E05B2DEA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65E672B-A205-1F75-92BC-EE9E6F3437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6676" y="557189"/>
            <a:ext cx="4899039" cy="3346901"/>
          </a:xfrm>
          <a:noFill/>
          <a:ln cap="rnd">
            <a:noFill/>
          </a:ln>
        </p:spPr>
        <p:txBody>
          <a:bodyPr>
            <a:normAutofit/>
          </a:bodyPr>
          <a:lstStyle/>
          <a:p>
            <a:pPr algn="l"/>
            <a:r>
              <a:rPr lang="pt-PT" sz="5400" b="1" dirty="0">
                <a:latin typeface="Arial" panose="020B0604020202020204" pitchFamily="34" charset="0"/>
                <a:cs typeface="Arial" panose="020B0604020202020204" pitchFamily="34" charset="0"/>
              </a:rPr>
              <a:t>PAP- Projeto de aptidão profissional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B946DB3-308E-417F-D414-2E74F4EC43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6676" y="4068287"/>
            <a:ext cx="4899039" cy="2060799"/>
          </a:xfrm>
          <a:noFill/>
        </p:spPr>
        <p:txBody>
          <a:bodyPr>
            <a:normAutofit/>
          </a:bodyPr>
          <a:lstStyle/>
          <a:p>
            <a:pPr algn="l"/>
            <a:endParaRPr lang="pt-PT" sz="1800" b="1" cap="all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endParaRPr lang="pt-PT" sz="1800" b="1" cap="all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endParaRPr lang="pt-PT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80760E9-6C3A-0D2A-143E-14650768465F}"/>
              </a:ext>
            </a:extLst>
          </p:cNvPr>
          <p:cNvSpPr txBox="1"/>
          <p:nvPr/>
        </p:nvSpPr>
        <p:spPr>
          <a:xfrm>
            <a:off x="6075083" y="5390422"/>
            <a:ext cx="614748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PT" sz="3600" dirty="0">
                <a:solidFill>
                  <a:schemeClr val="bg1"/>
                </a:solidFill>
              </a:rPr>
              <a:t> </a:t>
            </a:r>
            <a:r>
              <a:rPr lang="pt-PT" sz="5400" b="1" cap="all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Simlife</a:t>
            </a:r>
            <a:endParaRPr lang="pt-PT" sz="3600" b="1" cap="all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pt-PT" sz="3600" b="1" cap="all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 Simulador Financeiro</a:t>
            </a:r>
          </a:p>
        </p:txBody>
      </p:sp>
      <p:pic>
        <p:nvPicPr>
          <p:cNvPr id="32" name="Imagem 31">
            <a:extLst>
              <a:ext uri="{FF2B5EF4-FFF2-40B4-BE49-F238E27FC236}">
                <a16:creationId xmlns:a16="http://schemas.microsoft.com/office/drawing/2014/main" id="{47C22B43-07BD-279A-9BEB-42F19E8BB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552" y="-32728"/>
            <a:ext cx="6637017" cy="6923456"/>
          </a:xfrm>
          <a:prstGeom prst="rect">
            <a:avLst/>
          </a:prstGeom>
        </p:spPr>
      </p:pic>
      <p:sp>
        <p:nvSpPr>
          <p:cNvPr id="34" name="CaixaDeTexto 33">
            <a:extLst>
              <a:ext uri="{FF2B5EF4-FFF2-40B4-BE49-F238E27FC236}">
                <a16:creationId xmlns:a16="http://schemas.microsoft.com/office/drawing/2014/main" id="{3E8A2EA6-048A-4535-809F-7D264BBF5EF2}"/>
              </a:ext>
            </a:extLst>
          </p:cNvPr>
          <p:cNvSpPr txBox="1"/>
          <p:nvPr/>
        </p:nvSpPr>
        <p:spPr>
          <a:xfrm>
            <a:off x="803059" y="4091947"/>
            <a:ext cx="1972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latin typeface="Calibri" panose="020F0502020204030204" pitchFamily="34" charset="0"/>
                <a:cs typeface="Calibri" panose="020F0502020204030204" pitchFamily="34" charset="0"/>
              </a:rPr>
              <a:t>Rodrigo Gonçalves </a:t>
            </a:r>
          </a:p>
        </p:txBody>
      </p:sp>
    </p:spTree>
    <p:extLst>
      <p:ext uri="{BB962C8B-B14F-4D97-AF65-F5344CB8AC3E}">
        <p14:creationId xmlns:p14="http://schemas.microsoft.com/office/powerpoint/2010/main" val="2059845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CECBD80-8576-5A37-D8FC-95775C453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  <a:solidFill>
            <a:schemeClr val="bg1"/>
          </a:solidFill>
        </p:spPr>
        <p:txBody>
          <a:bodyPr anchor="ctr">
            <a:normAutofit/>
          </a:bodyPr>
          <a:lstStyle/>
          <a:p>
            <a:r>
              <a:rPr lang="pt-PT" sz="4800" dirty="0">
                <a:latin typeface="Calibri" panose="020F0502020204030204" pitchFamily="34" charset="0"/>
                <a:cs typeface="Calibri" panose="020F0502020204030204" pitchFamily="34" charset="0"/>
              </a:rPr>
              <a:t>Objetivos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Posição de Conteúdo 2">
            <a:extLst>
              <a:ext uri="{FF2B5EF4-FFF2-40B4-BE49-F238E27FC236}">
                <a16:creationId xmlns:a16="http://schemas.microsoft.com/office/drawing/2014/main" id="{929A3825-9E85-0483-5704-867085AD68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3411882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08299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5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45004F-FDF1-2CE2-B472-1049119A0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3760"/>
            <a:ext cx="10515600" cy="1325563"/>
          </a:xfrm>
        </p:spPr>
        <p:txBody>
          <a:bodyPr/>
          <a:lstStyle/>
          <a:p>
            <a:r>
              <a:rPr lang="pt-PT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cronograma</a:t>
            </a:r>
          </a:p>
        </p:txBody>
      </p:sp>
      <p:pic>
        <p:nvPicPr>
          <p:cNvPr id="4" name="Marcador de Posição de Conteúdo 3">
            <a:extLst>
              <a:ext uri="{FF2B5EF4-FFF2-40B4-BE49-F238E27FC236}">
                <a16:creationId xmlns:a16="http://schemas.microsoft.com/office/drawing/2014/main" id="{89B8EC37-26D2-91CE-8FA6-4CC4E6565B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7685" y="1911585"/>
            <a:ext cx="8278906" cy="3914177"/>
          </a:xfrm>
          <a:prstGeom prst="rect">
            <a:avLst/>
          </a:prstGeom>
          <a:solidFill>
            <a:srgbClr val="0045AA"/>
          </a:solidFill>
        </p:spPr>
      </p:pic>
    </p:spTree>
    <p:extLst>
      <p:ext uri="{BB962C8B-B14F-4D97-AF65-F5344CB8AC3E}">
        <p14:creationId xmlns:p14="http://schemas.microsoft.com/office/powerpoint/2010/main" val="2045831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4559E2-37DC-4F80-17E8-196CF387A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647" y="187120"/>
            <a:ext cx="3939688" cy="2458443"/>
          </a:xfrm>
        </p:spPr>
        <p:txBody>
          <a:bodyPr>
            <a:normAutofit/>
          </a:bodyPr>
          <a:lstStyle/>
          <a:p>
            <a:pPr algn="r"/>
            <a:r>
              <a:rPr lang="pt-PT" b="1" dirty="0">
                <a:latin typeface="Calibri" panose="020F0502020204030204" pitchFamily="34" charset="0"/>
                <a:cs typeface="Calibri" panose="020F0502020204030204" pitchFamily="34" charset="0"/>
              </a:rPr>
              <a:t>Funcionalidades principais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Posição de Conteúdo 2">
            <a:extLst>
              <a:ext uri="{FF2B5EF4-FFF2-40B4-BE49-F238E27FC236}">
                <a16:creationId xmlns:a16="http://schemas.microsoft.com/office/drawing/2014/main" id="{2D5886C1-35A6-6301-C6E5-5AE1C28CC89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9230640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agem 3">
            <a:extLst>
              <a:ext uri="{FF2B5EF4-FFF2-40B4-BE49-F238E27FC236}">
                <a16:creationId xmlns:a16="http://schemas.microsoft.com/office/drawing/2014/main" id="{C149D2B5-708B-EFFE-CA62-5D5C6DDB65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08" y="2829260"/>
            <a:ext cx="4568638" cy="3654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601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9AC175D-6FC6-CA6F-5B4A-DFC3BA2E9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pt-PT" sz="4800" b="1">
                <a:latin typeface="Calibri" panose="020F0502020204030204" pitchFamily="34" charset="0"/>
                <a:cs typeface="Calibri" panose="020F0502020204030204" pitchFamily="34" charset="0"/>
              </a:rPr>
              <a:t>Sistema e experiência</a:t>
            </a:r>
            <a:endParaRPr lang="pt-PT" sz="4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Marcador de Posição de Conteúdo 2">
            <a:extLst>
              <a:ext uri="{FF2B5EF4-FFF2-40B4-BE49-F238E27FC236}">
                <a16:creationId xmlns:a16="http://schemas.microsoft.com/office/drawing/2014/main" id="{BA66715C-9D02-8577-A182-5313A6756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pt-PT" sz="2000">
                <a:latin typeface="Calibri" panose="020F0502020204030204" pitchFamily="34" charset="0"/>
                <a:cs typeface="Calibri" panose="020F0502020204030204" pitchFamily="34" charset="0"/>
              </a:rPr>
              <a:t>Navegação fluida por abas de progresso</a:t>
            </a:r>
          </a:p>
          <a:p>
            <a:r>
              <a:rPr lang="pt-PT" sz="2000">
                <a:latin typeface="Calibri" panose="020F0502020204030204" pitchFamily="34" charset="0"/>
                <a:cs typeface="Calibri" panose="020F0502020204030204" pitchFamily="34" charset="0"/>
              </a:rPr>
              <a:t>Avanço de tempo controlado pelo utilizador</a:t>
            </a:r>
          </a:p>
          <a:p>
            <a:r>
              <a:rPr lang="pt-PT" sz="2000">
                <a:latin typeface="Calibri" panose="020F0502020204030204" pitchFamily="34" charset="0"/>
                <a:cs typeface="Calibri" panose="020F0502020204030204" pitchFamily="34" charset="0"/>
              </a:rPr>
              <a:t>Restrições de consumo baseadas na idade</a:t>
            </a:r>
          </a:p>
          <a:p>
            <a:r>
              <a:rPr lang="pt-PT" sz="2000">
                <a:latin typeface="Calibri" panose="020F0502020204030204" pitchFamily="34" charset="0"/>
                <a:cs typeface="Calibri" panose="020F0502020204030204" pitchFamily="34" charset="0"/>
              </a:rPr>
              <a:t>Impacto imediato das decisões no bem-estar</a:t>
            </a:r>
          </a:p>
          <a:p>
            <a:endParaRPr lang="pt-PT" sz="200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B6CF120-8284-6A5F-FB20-BAC3791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559" y="2780068"/>
            <a:ext cx="5987836" cy="2739434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03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5408913-B323-422F-B521-2957A5B7F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A770EBD-5B77-46EC-BF58-EF27ACD6B4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92" y="0"/>
            <a:ext cx="7299977" cy="6858000"/>
          </a:xfrm>
          <a:custGeom>
            <a:avLst/>
            <a:gdLst>
              <a:gd name="connsiteX0" fmla="*/ 1008599 w 7299977"/>
              <a:gd name="connsiteY0" fmla="*/ 0 h 6858000"/>
              <a:gd name="connsiteX1" fmla="*/ 4420653 w 7299977"/>
              <a:gd name="connsiteY1" fmla="*/ 0 h 6858000"/>
              <a:gd name="connsiteX2" fmla="*/ 5511704 w 7299977"/>
              <a:gd name="connsiteY2" fmla="*/ 0 h 6858000"/>
              <a:gd name="connsiteX3" fmla="*/ 7299977 w 7299977"/>
              <a:gd name="connsiteY3" fmla="*/ 0 h 6858000"/>
              <a:gd name="connsiteX4" fmla="*/ 7299977 w 7299977"/>
              <a:gd name="connsiteY4" fmla="*/ 6858000 h 6858000"/>
              <a:gd name="connsiteX5" fmla="*/ 5511704 w 7299977"/>
              <a:gd name="connsiteY5" fmla="*/ 6858000 h 6858000"/>
              <a:gd name="connsiteX6" fmla="*/ 4420653 w 7299977"/>
              <a:gd name="connsiteY6" fmla="*/ 6858000 h 6858000"/>
              <a:gd name="connsiteX7" fmla="*/ 1592997 w 7299977"/>
              <a:gd name="connsiteY7" fmla="*/ 6858000 h 6858000"/>
              <a:gd name="connsiteX8" fmla="*/ 1232473 w 7299977"/>
              <a:gd name="connsiteY8" fmla="*/ 6658805 h 6858000"/>
              <a:gd name="connsiteX9" fmla="*/ 1075471 w 7299977"/>
              <a:gd name="connsiteY9" fmla="*/ 6431153 h 6858000"/>
              <a:gd name="connsiteX10" fmla="*/ 1020229 w 7299977"/>
              <a:gd name="connsiteY10" fmla="*/ 6367127 h 6858000"/>
              <a:gd name="connsiteX11" fmla="*/ 883579 w 7299977"/>
              <a:gd name="connsiteY11" fmla="*/ 6281757 h 6858000"/>
              <a:gd name="connsiteX12" fmla="*/ 645167 w 7299977"/>
              <a:gd name="connsiteY12" fmla="*/ 6100347 h 6858000"/>
              <a:gd name="connsiteX13" fmla="*/ 732391 w 7299977"/>
              <a:gd name="connsiteY13" fmla="*/ 6057663 h 6858000"/>
              <a:gd name="connsiteX14" fmla="*/ 985339 w 7299977"/>
              <a:gd name="connsiteY14" fmla="*/ 6167932 h 6858000"/>
              <a:gd name="connsiteX15" fmla="*/ 1168509 w 7299977"/>
              <a:gd name="connsiteY15" fmla="*/ 6196388 h 6858000"/>
              <a:gd name="connsiteX16" fmla="*/ 909746 w 7299977"/>
              <a:gd name="connsiteY16" fmla="*/ 6004307 h 6858000"/>
              <a:gd name="connsiteX17" fmla="*/ 659704 w 7299977"/>
              <a:gd name="connsiteY17" fmla="*/ 5755314 h 6858000"/>
              <a:gd name="connsiteX18" fmla="*/ 851597 w 7299977"/>
              <a:gd name="connsiteY18" fmla="*/ 5801555 h 6858000"/>
              <a:gd name="connsiteX19" fmla="*/ 860319 w 7299977"/>
              <a:gd name="connsiteY19" fmla="*/ 5769542 h 6858000"/>
              <a:gd name="connsiteX20" fmla="*/ 691686 w 7299977"/>
              <a:gd name="connsiteY20" fmla="*/ 5474306 h 6858000"/>
              <a:gd name="connsiteX21" fmla="*/ 610278 w 7299977"/>
              <a:gd name="connsiteY21" fmla="*/ 5353367 h 6858000"/>
              <a:gd name="connsiteX22" fmla="*/ 238123 w 7299977"/>
              <a:gd name="connsiteY22" fmla="*/ 4994104 h 6858000"/>
              <a:gd name="connsiteX23" fmla="*/ 592833 w 7299977"/>
              <a:gd name="connsiteY23" fmla="*/ 5154171 h 6858000"/>
              <a:gd name="connsiteX24" fmla="*/ 226494 w 7299977"/>
              <a:gd name="connsiteY24" fmla="*/ 4805580 h 6858000"/>
              <a:gd name="connsiteX25" fmla="*/ 49139 w 7299977"/>
              <a:gd name="connsiteY25" fmla="*/ 4677526 h 6858000"/>
              <a:gd name="connsiteX26" fmla="*/ 5527 w 7299977"/>
              <a:gd name="connsiteY26" fmla="*/ 4602828 h 6858000"/>
              <a:gd name="connsiteX27" fmla="*/ 84029 w 7299977"/>
              <a:gd name="connsiteY27" fmla="*/ 4585042 h 6858000"/>
              <a:gd name="connsiteX28" fmla="*/ 325347 w 7299977"/>
              <a:gd name="connsiteY28" fmla="*/ 4613499 h 6858000"/>
              <a:gd name="connsiteX29" fmla="*/ 25879 w 7299977"/>
              <a:gd name="connsiteY29" fmla="*/ 4378734 h 6858000"/>
              <a:gd name="connsiteX30" fmla="*/ 249753 w 7299977"/>
              <a:gd name="connsiteY30" fmla="*/ 4414305 h 6858000"/>
              <a:gd name="connsiteX31" fmla="*/ 313718 w 7299977"/>
              <a:gd name="connsiteY31" fmla="*/ 4321821 h 6858000"/>
              <a:gd name="connsiteX32" fmla="*/ 418386 w 7299977"/>
              <a:gd name="connsiteY32" fmla="*/ 4172424 h 6858000"/>
              <a:gd name="connsiteX33" fmla="*/ 491072 w 7299977"/>
              <a:gd name="connsiteY33" fmla="*/ 4090612 h 6858000"/>
              <a:gd name="connsiteX34" fmla="*/ 520147 w 7299977"/>
              <a:gd name="connsiteY34" fmla="*/ 3827390 h 6858000"/>
              <a:gd name="connsiteX35" fmla="*/ 459090 w 7299977"/>
              <a:gd name="connsiteY35" fmla="*/ 3539269 h 6858000"/>
              <a:gd name="connsiteX36" fmla="*/ 290458 w 7299977"/>
              <a:gd name="connsiteY36" fmla="*/ 3393429 h 6858000"/>
              <a:gd name="connsiteX37" fmla="*/ 339884 w 7299977"/>
              <a:gd name="connsiteY37" fmla="*/ 3229805 h 6858000"/>
              <a:gd name="connsiteX38" fmla="*/ 697501 w 7299977"/>
              <a:gd name="connsiteY38" fmla="*/ 3329402 h 6858000"/>
              <a:gd name="connsiteX39" fmla="*/ 165437 w 7299977"/>
              <a:gd name="connsiteY39" fmla="*/ 2941684 h 6858000"/>
              <a:gd name="connsiteX40" fmla="*/ 255568 w 7299977"/>
              <a:gd name="connsiteY40" fmla="*/ 2923898 h 6858000"/>
              <a:gd name="connsiteX41" fmla="*/ 578296 w 7299977"/>
              <a:gd name="connsiteY41" fmla="*/ 2703362 h 6858000"/>
              <a:gd name="connsiteX42" fmla="*/ 595740 w 7299977"/>
              <a:gd name="connsiteY42" fmla="*/ 2692689 h 6858000"/>
              <a:gd name="connsiteX43" fmla="*/ 650982 w 7299977"/>
              <a:gd name="connsiteY43" fmla="*/ 2553965 h 6858000"/>
              <a:gd name="connsiteX44" fmla="*/ 825429 w 7299977"/>
              <a:gd name="connsiteY44" fmla="*/ 2532623 h 6858000"/>
              <a:gd name="connsiteX45" fmla="*/ 970802 w 7299977"/>
              <a:gd name="connsiteY45" fmla="*/ 2564636 h 6858000"/>
              <a:gd name="connsiteX46" fmla="*/ 1127805 w 7299977"/>
              <a:gd name="connsiteY46" fmla="*/ 2525509 h 6858000"/>
              <a:gd name="connsiteX47" fmla="*/ 1267362 w 7299977"/>
              <a:gd name="connsiteY47" fmla="*/ 2543294 h 6858000"/>
              <a:gd name="connsiteX48" fmla="*/ 1386568 w 7299977"/>
              <a:gd name="connsiteY48" fmla="*/ 2518395 h 6858000"/>
              <a:gd name="connsiteX49" fmla="*/ 1270270 w 7299977"/>
              <a:gd name="connsiteY49" fmla="*/ 2401012 h 6858000"/>
              <a:gd name="connsiteX50" fmla="*/ 1107453 w 7299977"/>
              <a:gd name="connsiteY50" fmla="*/ 2401012 h 6858000"/>
              <a:gd name="connsiteX51" fmla="*/ 991154 w 7299977"/>
              <a:gd name="connsiteY51" fmla="*/ 2326314 h 6858000"/>
              <a:gd name="connsiteX52" fmla="*/ 880671 w 7299977"/>
              <a:gd name="connsiteY52" fmla="*/ 2191146 h 6858000"/>
              <a:gd name="connsiteX53" fmla="*/ 491072 w 7299977"/>
              <a:gd name="connsiteY53" fmla="*/ 1974165 h 6858000"/>
              <a:gd name="connsiteX54" fmla="*/ 421293 w 7299977"/>
              <a:gd name="connsiteY54" fmla="*/ 1892353 h 6858000"/>
              <a:gd name="connsiteX55" fmla="*/ 1531941 w 7299977"/>
              <a:gd name="connsiteY55" fmla="*/ 2208931 h 6858000"/>
              <a:gd name="connsiteX56" fmla="*/ 1188861 w 7299977"/>
              <a:gd name="connsiteY56" fmla="*/ 2077320 h 6858000"/>
              <a:gd name="connsiteX57" fmla="*/ 1421458 w 7299977"/>
              <a:gd name="connsiteY57" fmla="*/ 2102219 h 6858000"/>
              <a:gd name="connsiteX58" fmla="*/ 1549386 w 7299977"/>
              <a:gd name="connsiteY58" fmla="*/ 2013292 h 6858000"/>
              <a:gd name="connsiteX59" fmla="*/ 1549386 w 7299977"/>
              <a:gd name="connsiteY59" fmla="*/ 1984836 h 6858000"/>
              <a:gd name="connsiteX60" fmla="*/ 1453440 w 7299977"/>
              <a:gd name="connsiteY60" fmla="*/ 1903025 h 6858000"/>
              <a:gd name="connsiteX61" fmla="*/ 1398198 w 7299977"/>
              <a:gd name="connsiteY61" fmla="*/ 1849668 h 6858000"/>
              <a:gd name="connsiteX62" fmla="*/ 1247011 w 7299977"/>
              <a:gd name="connsiteY62" fmla="*/ 1657587 h 6858000"/>
              <a:gd name="connsiteX63" fmla="*/ 1354586 w 7299977"/>
              <a:gd name="connsiteY63" fmla="*/ 1636245 h 6858000"/>
              <a:gd name="connsiteX64" fmla="*/ 1395290 w 7299977"/>
              <a:gd name="connsiteY64" fmla="*/ 1597117 h 6858000"/>
              <a:gd name="connsiteX65" fmla="*/ 1366216 w 7299977"/>
              <a:gd name="connsiteY65" fmla="*/ 1540204 h 6858000"/>
              <a:gd name="connsiteX66" fmla="*/ 1031858 w 7299977"/>
              <a:gd name="connsiteY66" fmla="*/ 1365909 h 6858000"/>
              <a:gd name="connsiteX67" fmla="*/ 1005692 w 7299977"/>
              <a:gd name="connsiteY67" fmla="*/ 1230741 h 6858000"/>
              <a:gd name="connsiteX68" fmla="*/ 1069655 w 7299977"/>
              <a:gd name="connsiteY68" fmla="*/ 1209399 h 6858000"/>
              <a:gd name="connsiteX69" fmla="*/ 1142342 w 7299977"/>
              <a:gd name="connsiteY69" fmla="*/ 1220069 h 6858000"/>
              <a:gd name="connsiteX70" fmla="*/ 1084193 w 7299977"/>
              <a:gd name="connsiteY70" fmla="*/ 1113358 h 6858000"/>
              <a:gd name="connsiteX71" fmla="*/ 848689 w 7299977"/>
              <a:gd name="connsiteY71" fmla="*/ 1006647 h 6858000"/>
              <a:gd name="connsiteX72" fmla="*/ 805077 w 7299977"/>
              <a:gd name="connsiteY72" fmla="*/ 949734 h 6858000"/>
              <a:gd name="connsiteX73" fmla="*/ 863226 w 7299977"/>
              <a:gd name="connsiteY73" fmla="*/ 921277 h 6858000"/>
              <a:gd name="connsiteX74" fmla="*/ 906838 w 7299977"/>
              <a:gd name="connsiteY74" fmla="*/ 910606 h 6858000"/>
              <a:gd name="connsiteX75" fmla="*/ 5527 w 7299977"/>
              <a:gd name="connsiteY75" fmla="*/ 465975 h 6858000"/>
              <a:gd name="connsiteX76" fmla="*/ 209049 w 7299977"/>
              <a:gd name="connsiteY76" fmla="*/ 462417 h 6858000"/>
              <a:gd name="connsiteX77" fmla="*/ 409664 w 7299977"/>
              <a:gd name="connsiteY77" fmla="*/ 533558 h 6858000"/>
              <a:gd name="connsiteX78" fmla="*/ 621908 w 7299977"/>
              <a:gd name="connsiteY78" fmla="*/ 522887 h 6858000"/>
              <a:gd name="connsiteX79" fmla="*/ 822522 w 7299977"/>
              <a:gd name="connsiteY79" fmla="*/ 558458 h 6858000"/>
              <a:gd name="connsiteX80" fmla="*/ 996969 w 7299977"/>
              <a:gd name="connsiteY80" fmla="*/ 558458 h 6858000"/>
              <a:gd name="connsiteX81" fmla="*/ 834151 w 7299977"/>
              <a:gd name="connsiteY81" fmla="*/ 505101 h 6858000"/>
              <a:gd name="connsiteX82" fmla="*/ 773095 w 7299977"/>
              <a:gd name="connsiteY82" fmla="*/ 416176 h 6858000"/>
              <a:gd name="connsiteX83" fmla="*/ 793447 w 7299977"/>
              <a:gd name="connsiteY83" fmla="*/ 334364 h 6858000"/>
              <a:gd name="connsiteX84" fmla="*/ 860319 w 7299977"/>
              <a:gd name="connsiteY84" fmla="*/ 359262 h 6858000"/>
              <a:gd name="connsiteX85" fmla="*/ 938820 w 7299977"/>
              <a:gd name="connsiteY85" fmla="*/ 451747 h 6858000"/>
              <a:gd name="connsiteX86" fmla="*/ 956265 w 7299977"/>
              <a:gd name="connsiteY86" fmla="*/ 394834 h 6858000"/>
              <a:gd name="connsiteX87" fmla="*/ 1002784 w 7299977"/>
              <a:gd name="connsiteY87" fmla="*/ 352148 h 6858000"/>
              <a:gd name="connsiteX88" fmla="*/ 1270270 w 7299977"/>
              <a:gd name="connsiteY88" fmla="*/ 373491 h 6858000"/>
              <a:gd name="connsiteX89" fmla="*/ 1092915 w 7299977"/>
              <a:gd name="connsiteY89" fmla="*/ 192082 h 6858000"/>
              <a:gd name="connsiteX90" fmla="*/ 979525 w 7299977"/>
              <a:gd name="connsiteY90" fmla="*/ 163625 h 6858000"/>
              <a:gd name="connsiteX91" fmla="*/ 953358 w 7299977"/>
              <a:gd name="connsiteY91" fmla="*/ 88927 h 6858000"/>
              <a:gd name="connsiteX92" fmla="*/ 1005692 w 7299977"/>
              <a:gd name="connsiteY92" fmla="*/ 71141 h 6858000"/>
              <a:gd name="connsiteX93" fmla="*/ 1267362 w 7299977"/>
              <a:gd name="connsiteY93" fmla="*/ 135168 h 6858000"/>
              <a:gd name="connsiteX94" fmla="*/ 1310975 w 7299977"/>
              <a:gd name="connsiteY94" fmla="*/ 110269 h 6858000"/>
              <a:gd name="connsiteX95" fmla="*/ 1008599 w 7299977"/>
              <a:gd name="connsiteY9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</a:cxnLst>
            <a:rect l="l" t="t" r="r" b="b"/>
            <a:pathLst>
              <a:path w="7299977" h="6858000">
                <a:moveTo>
                  <a:pt x="1008599" y="0"/>
                </a:moveTo>
                <a:lnTo>
                  <a:pt x="4420653" y="0"/>
                </a:lnTo>
                <a:lnTo>
                  <a:pt x="5511704" y="0"/>
                </a:lnTo>
                <a:lnTo>
                  <a:pt x="7299977" y="0"/>
                </a:lnTo>
                <a:lnTo>
                  <a:pt x="7299977" y="6858000"/>
                </a:lnTo>
                <a:lnTo>
                  <a:pt x="5511704" y="6858000"/>
                </a:lnTo>
                <a:lnTo>
                  <a:pt x="4420653" y="6858000"/>
                </a:lnTo>
                <a:lnTo>
                  <a:pt x="1592997" y="6858000"/>
                </a:lnTo>
                <a:cubicBezTo>
                  <a:pt x="1473792" y="6786859"/>
                  <a:pt x="1360401" y="6701489"/>
                  <a:pt x="1232473" y="6658805"/>
                </a:cubicBezTo>
                <a:cubicBezTo>
                  <a:pt x="1145250" y="6630349"/>
                  <a:pt x="1060933" y="6580550"/>
                  <a:pt x="1075471" y="6431153"/>
                </a:cubicBezTo>
                <a:cubicBezTo>
                  <a:pt x="1078378" y="6388469"/>
                  <a:pt x="1055118" y="6356456"/>
                  <a:pt x="1020229" y="6367127"/>
                </a:cubicBezTo>
                <a:cubicBezTo>
                  <a:pt x="953358" y="6388469"/>
                  <a:pt x="921375" y="6327999"/>
                  <a:pt x="883579" y="6281757"/>
                </a:cubicBezTo>
                <a:cubicBezTo>
                  <a:pt x="816707" y="6199945"/>
                  <a:pt x="752743" y="6114575"/>
                  <a:pt x="645167" y="6100347"/>
                </a:cubicBezTo>
                <a:cubicBezTo>
                  <a:pt x="665519" y="6036320"/>
                  <a:pt x="700408" y="6043434"/>
                  <a:pt x="732391" y="6057663"/>
                </a:cubicBezTo>
                <a:cubicBezTo>
                  <a:pt x="816707" y="6093234"/>
                  <a:pt x="901023" y="6132361"/>
                  <a:pt x="985339" y="6167932"/>
                </a:cubicBezTo>
                <a:cubicBezTo>
                  <a:pt x="1040581" y="6189274"/>
                  <a:pt x="1095822" y="6221287"/>
                  <a:pt x="1168509" y="6196388"/>
                </a:cubicBezTo>
                <a:cubicBezTo>
                  <a:pt x="1104545" y="6068335"/>
                  <a:pt x="996969" y="6043434"/>
                  <a:pt x="909746" y="6004307"/>
                </a:cubicBezTo>
                <a:cubicBezTo>
                  <a:pt x="802169" y="5954508"/>
                  <a:pt x="738206" y="5862025"/>
                  <a:pt x="659704" y="5755314"/>
                </a:cubicBezTo>
                <a:cubicBezTo>
                  <a:pt x="738206" y="5726858"/>
                  <a:pt x="787632" y="5805112"/>
                  <a:pt x="851597" y="5801555"/>
                </a:cubicBezTo>
                <a:cubicBezTo>
                  <a:pt x="854504" y="5790884"/>
                  <a:pt x="860319" y="5769542"/>
                  <a:pt x="860319" y="5769542"/>
                </a:cubicBezTo>
                <a:cubicBezTo>
                  <a:pt x="755650" y="5712629"/>
                  <a:pt x="709132" y="5605917"/>
                  <a:pt x="691686" y="5474306"/>
                </a:cubicBezTo>
                <a:cubicBezTo>
                  <a:pt x="685872" y="5406721"/>
                  <a:pt x="648075" y="5385379"/>
                  <a:pt x="610278" y="5353367"/>
                </a:cubicBezTo>
                <a:cubicBezTo>
                  <a:pt x="482350" y="5243097"/>
                  <a:pt x="345700" y="5143500"/>
                  <a:pt x="238123" y="4994104"/>
                </a:cubicBezTo>
                <a:cubicBezTo>
                  <a:pt x="363144" y="5011889"/>
                  <a:pt x="461997" y="5111487"/>
                  <a:pt x="592833" y="5154171"/>
                </a:cubicBezTo>
                <a:cubicBezTo>
                  <a:pt x="488165" y="4990547"/>
                  <a:pt x="351514" y="4905177"/>
                  <a:pt x="226494" y="4805580"/>
                </a:cubicBezTo>
                <a:cubicBezTo>
                  <a:pt x="168344" y="4759339"/>
                  <a:pt x="116011" y="4702425"/>
                  <a:pt x="49139" y="4677526"/>
                </a:cubicBezTo>
                <a:cubicBezTo>
                  <a:pt x="25879" y="4670412"/>
                  <a:pt x="-14826" y="4652628"/>
                  <a:pt x="5527" y="4602828"/>
                </a:cubicBezTo>
                <a:cubicBezTo>
                  <a:pt x="22972" y="4560144"/>
                  <a:pt x="54954" y="4574373"/>
                  <a:pt x="84029" y="4585042"/>
                </a:cubicBezTo>
                <a:cubicBezTo>
                  <a:pt x="153807" y="4613499"/>
                  <a:pt x="229401" y="4613499"/>
                  <a:pt x="325347" y="4613499"/>
                </a:cubicBezTo>
                <a:cubicBezTo>
                  <a:pt x="243939" y="4478331"/>
                  <a:pt x="95658" y="4521016"/>
                  <a:pt x="25879" y="4378734"/>
                </a:cubicBezTo>
                <a:cubicBezTo>
                  <a:pt x="113103" y="4353835"/>
                  <a:pt x="179975" y="4403633"/>
                  <a:pt x="249753" y="4414305"/>
                </a:cubicBezTo>
                <a:cubicBezTo>
                  <a:pt x="313718" y="4424975"/>
                  <a:pt x="328254" y="4400076"/>
                  <a:pt x="313718" y="4321821"/>
                </a:cubicBezTo>
                <a:cubicBezTo>
                  <a:pt x="290458" y="4200882"/>
                  <a:pt x="325347" y="4140411"/>
                  <a:pt x="418386" y="4172424"/>
                </a:cubicBezTo>
                <a:cubicBezTo>
                  <a:pt x="505609" y="4204438"/>
                  <a:pt x="514332" y="4158196"/>
                  <a:pt x="491072" y="4090612"/>
                </a:cubicBezTo>
                <a:cubicBezTo>
                  <a:pt x="456183" y="3991015"/>
                  <a:pt x="493979" y="3912759"/>
                  <a:pt x="520147" y="3827390"/>
                </a:cubicBezTo>
                <a:cubicBezTo>
                  <a:pt x="560851" y="3699337"/>
                  <a:pt x="543407" y="3635309"/>
                  <a:pt x="459090" y="3539269"/>
                </a:cubicBezTo>
                <a:cubicBezTo>
                  <a:pt x="409664" y="3485914"/>
                  <a:pt x="360236" y="3439672"/>
                  <a:pt x="290458" y="3393429"/>
                </a:cubicBezTo>
                <a:cubicBezTo>
                  <a:pt x="450368" y="3368530"/>
                  <a:pt x="284643" y="3283162"/>
                  <a:pt x="339884" y="3229805"/>
                </a:cubicBezTo>
                <a:cubicBezTo>
                  <a:pt x="453275" y="3208463"/>
                  <a:pt x="543407" y="3379202"/>
                  <a:pt x="697501" y="3329402"/>
                </a:cubicBezTo>
                <a:cubicBezTo>
                  <a:pt x="511425" y="3183563"/>
                  <a:pt x="302087" y="3137322"/>
                  <a:pt x="165437" y="2941684"/>
                </a:cubicBezTo>
                <a:cubicBezTo>
                  <a:pt x="197419" y="2899000"/>
                  <a:pt x="229401" y="2941684"/>
                  <a:pt x="255568" y="2923898"/>
                </a:cubicBezTo>
                <a:cubicBezTo>
                  <a:pt x="255568" y="2913227"/>
                  <a:pt x="560851" y="2980812"/>
                  <a:pt x="578296" y="2703362"/>
                </a:cubicBezTo>
                <a:cubicBezTo>
                  <a:pt x="584111" y="2703362"/>
                  <a:pt x="589926" y="2703362"/>
                  <a:pt x="595740" y="2692689"/>
                </a:cubicBezTo>
                <a:cubicBezTo>
                  <a:pt x="627722" y="2653563"/>
                  <a:pt x="598648" y="2561080"/>
                  <a:pt x="650982" y="2553965"/>
                </a:cubicBezTo>
                <a:cubicBezTo>
                  <a:pt x="709132" y="2546851"/>
                  <a:pt x="764373" y="2514837"/>
                  <a:pt x="825429" y="2532623"/>
                </a:cubicBezTo>
                <a:cubicBezTo>
                  <a:pt x="871949" y="2546851"/>
                  <a:pt x="921375" y="2564636"/>
                  <a:pt x="970802" y="2564636"/>
                </a:cubicBezTo>
                <a:cubicBezTo>
                  <a:pt x="1023136" y="2564636"/>
                  <a:pt x="1095822" y="2685576"/>
                  <a:pt x="1127805" y="2525509"/>
                </a:cubicBezTo>
                <a:cubicBezTo>
                  <a:pt x="1127805" y="2518395"/>
                  <a:pt x="1217936" y="2536181"/>
                  <a:pt x="1267362" y="2543294"/>
                </a:cubicBezTo>
                <a:cubicBezTo>
                  <a:pt x="1308067" y="2550408"/>
                  <a:pt x="1357494" y="2582422"/>
                  <a:pt x="1386568" y="2518395"/>
                </a:cubicBezTo>
                <a:cubicBezTo>
                  <a:pt x="1401105" y="2479267"/>
                  <a:pt x="1331326" y="2408126"/>
                  <a:pt x="1270270" y="2401012"/>
                </a:cubicBezTo>
                <a:cubicBezTo>
                  <a:pt x="1215029" y="2393898"/>
                  <a:pt x="1159787" y="2386784"/>
                  <a:pt x="1107453" y="2401012"/>
                </a:cubicBezTo>
                <a:cubicBezTo>
                  <a:pt x="1043489" y="2418796"/>
                  <a:pt x="1008599" y="2390340"/>
                  <a:pt x="991154" y="2326314"/>
                </a:cubicBezTo>
                <a:cubicBezTo>
                  <a:pt x="970802" y="2258731"/>
                  <a:pt x="933005" y="2223159"/>
                  <a:pt x="880671" y="2191146"/>
                </a:cubicBezTo>
                <a:cubicBezTo>
                  <a:pt x="752743" y="2112891"/>
                  <a:pt x="630630" y="2020407"/>
                  <a:pt x="491072" y="1974165"/>
                </a:cubicBezTo>
                <a:cubicBezTo>
                  <a:pt x="464905" y="1967051"/>
                  <a:pt x="432923" y="1952823"/>
                  <a:pt x="421293" y="1892353"/>
                </a:cubicBezTo>
                <a:cubicBezTo>
                  <a:pt x="799262" y="1984836"/>
                  <a:pt x="1142342" y="2223159"/>
                  <a:pt x="1531941" y="2208931"/>
                </a:cubicBezTo>
                <a:cubicBezTo>
                  <a:pt x="1427272" y="2134233"/>
                  <a:pt x="1302252" y="2130676"/>
                  <a:pt x="1188861" y="2077320"/>
                </a:cubicBezTo>
                <a:cubicBezTo>
                  <a:pt x="1270270" y="2038192"/>
                  <a:pt x="1345864" y="2080877"/>
                  <a:pt x="1421458" y="2102219"/>
                </a:cubicBezTo>
                <a:cubicBezTo>
                  <a:pt x="1485422" y="2120004"/>
                  <a:pt x="1543571" y="2123562"/>
                  <a:pt x="1549386" y="2013292"/>
                </a:cubicBezTo>
                <a:cubicBezTo>
                  <a:pt x="1549386" y="2002622"/>
                  <a:pt x="1549386" y="1995507"/>
                  <a:pt x="1549386" y="1984836"/>
                </a:cubicBezTo>
                <a:cubicBezTo>
                  <a:pt x="1526126" y="1938595"/>
                  <a:pt x="1494144" y="1917252"/>
                  <a:pt x="1453440" y="1903025"/>
                </a:cubicBezTo>
                <a:cubicBezTo>
                  <a:pt x="1430180" y="1895910"/>
                  <a:pt x="1398198" y="1881683"/>
                  <a:pt x="1398198" y="1849668"/>
                </a:cubicBezTo>
                <a:cubicBezTo>
                  <a:pt x="1401105" y="1728729"/>
                  <a:pt x="1322604" y="1693158"/>
                  <a:pt x="1247011" y="1657587"/>
                </a:cubicBezTo>
                <a:cubicBezTo>
                  <a:pt x="1287715" y="1597117"/>
                  <a:pt x="1322604" y="1639802"/>
                  <a:pt x="1354586" y="1636245"/>
                </a:cubicBezTo>
                <a:cubicBezTo>
                  <a:pt x="1374939" y="1632688"/>
                  <a:pt x="1395290" y="1629132"/>
                  <a:pt x="1395290" y="1597117"/>
                </a:cubicBezTo>
                <a:cubicBezTo>
                  <a:pt x="1395290" y="1572219"/>
                  <a:pt x="1386568" y="1540204"/>
                  <a:pt x="1366216" y="1540204"/>
                </a:cubicBezTo>
                <a:cubicBezTo>
                  <a:pt x="1238288" y="1536647"/>
                  <a:pt x="1165601" y="1365909"/>
                  <a:pt x="1031858" y="1365909"/>
                </a:cubicBezTo>
                <a:cubicBezTo>
                  <a:pt x="950450" y="1365909"/>
                  <a:pt x="1072563" y="1269868"/>
                  <a:pt x="1005692" y="1230741"/>
                </a:cubicBezTo>
                <a:cubicBezTo>
                  <a:pt x="991154" y="1220069"/>
                  <a:pt x="1046396" y="1205842"/>
                  <a:pt x="1069655" y="1209399"/>
                </a:cubicBezTo>
                <a:cubicBezTo>
                  <a:pt x="1092915" y="1212955"/>
                  <a:pt x="1113268" y="1237855"/>
                  <a:pt x="1142342" y="1220069"/>
                </a:cubicBezTo>
                <a:cubicBezTo>
                  <a:pt x="1156879" y="1156043"/>
                  <a:pt x="1119082" y="1131144"/>
                  <a:pt x="1084193" y="1113358"/>
                </a:cubicBezTo>
                <a:cubicBezTo>
                  <a:pt x="1008599" y="1070674"/>
                  <a:pt x="933005" y="1020875"/>
                  <a:pt x="848689" y="1006647"/>
                </a:cubicBezTo>
                <a:cubicBezTo>
                  <a:pt x="819615" y="1003089"/>
                  <a:pt x="802169" y="985305"/>
                  <a:pt x="805077" y="949734"/>
                </a:cubicBezTo>
                <a:cubicBezTo>
                  <a:pt x="810892" y="903491"/>
                  <a:pt x="839967" y="917720"/>
                  <a:pt x="863226" y="921277"/>
                </a:cubicBezTo>
                <a:cubicBezTo>
                  <a:pt x="877764" y="924835"/>
                  <a:pt x="892301" y="935506"/>
                  <a:pt x="906838" y="910606"/>
                </a:cubicBezTo>
                <a:cubicBezTo>
                  <a:pt x="566666" y="658055"/>
                  <a:pt x="386404" y="672284"/>
                  <a:pt x="5527" y="465975"/>
                </a:cubicBezTo>
                <a:cubicBezTo>
                  <a:pt x="89843" y="426847"/>
                  <a:pt x="150900" y="455303"/>
                  <a:pt x="209049" y="462417"/>
                </a:cubicBezTo>
                <a:cubicBezTo>
                  <a:pt x="354422" y="480203"/>
                  <a:pt x="264290" y="512216"/>
                  <a:pt x="409664" y="533558"/>
                </a:cubicBezTo>
                <a:cubicBezTo>
                  <a:pt x="479443" y="544229"/>
                  <a:pt x="543407" y="579800"/>
                  <a:pt x="621908" y="522887"/>
                </a:cubicBezTo>
                <a:cubicBezTo>
                  <a:pt x="674242" y="483759"/>
                  <a:pt x="758558" y="526444"/>
                  <a:pt x="822522" y="558458"/>
                </a:cubicBezTo>
                <a:cubicBezTo>
                  <a:pt x="874856" y="586915"/>
                  <a:pt x="927190" y="594028"/>
                  <a:pt x="996969" y="558458"/>
                </a:cubicBezTo>
                <a:cubicBezTo>
                  <a:pt x="933005" y="537116"/>
                  <a:pt x="883579" y="519330"/>
                  <a:pt x="834151" y="505101"/>
                </a:cubicBezTo>
                <a:cubicBezTo>
                  <a:pt x="793447" y="494431"/>
                  <a:pt x="770187" y="469532"/>
                  <a:pt x="773095" y="416176"/>
                </a:cubicBezTo>
                <a:cubicBezTo>
                  <a:pt x="773095" y="387720"/>
                  <a:pt x="764373" y="348592"/>
                  <a:pt x="793447" y="334364"/>
                </a:cubicBezTo>
                <a:cubicBezTo>
                  <a:pt x="816707" y="320135"/>
                  <a:pt x="848689" y="334364"/>
                  <a:pt x="860319" y="359262"/>
                </a:cubicBezTo>
                <a:cubicBezTo>
                  <a:pt x="874856" y="405504"/>
                  <a:pt x="889393" y="448189"/>
                  <a:pt x="938820" y="451747"/>
                </a:cubicBezTo>
                <a:cubicBezTo>
                  <a:pt x="1005692" y="458860"/>
                  <a:pt x="967894" y="430405"/>
                  <a:pt x="956265" y="394834"/>
                </a:cubicBezTo>
                <a:cubicBezTo>
                  <a:pt x="944635" y="355706"/>
                  <a:pt x="979525" y="345034"/>
                  <a:pt x="1002784" y="352148"/>
                </a:cubicBezTo>
                <a:cubicBezTo>
                  <a:pt x="1090008" y="384162"/>
                  <a:pt x="1180139" y="327250"/>
                  <a:pt x="1270270" y="373491"/>
                </a:cubicBezTo>
                <a:cubicBezTo>
                  <a:pt x="1247011" y="259665"/>
                  <a:pt x="1197583" y="209867"/>
                  <a:pt x="1092915" y="192082"/>
                </a:cubicBezTo>
                <a:cubicBezTo>
                  <a:pt x="1055118" y="188525"/>
                  <a:pt x="1014414" y="195638"/>
                  <a:pt x="979525" y="163625"/>
                </a:cubicBezTo>
                <a:cubicBezTo>
                  <a:pt x="959172" y="145839"/>
                  <a:pt x="938820" y="124497"/>
                  <a:pt x="953358" y="88927"/>
                </a:cubicBezTo>
                <a:cubicBezTo>
                  <a:pt x="962080" y="64027"/>
                  <a:pt x="985339" y="64027"/>
                  <a:pt x="1005692" y="71141"/>
                </a:cubicBezTo>
                <a:cubicBezTo>
                  <a:pt x="1090008" y="110269"/>
                  <a:pt x="1180139" y="120941"/>
                  <a:pt x="1267362" y="135168"/>
                </a:cubicBezTo>
                <a:cubicBezTo>
                  <a:pt x="1281900" y="138725"/>
                  <a:pt x="1296437" y="145839"/>
                  <a:pt x="1310975" y="110269"/>
                </a:cubicBezTo>
                <a:cubicBezTo>
                  <a:pt x="1209214" y="78255"/>
                  <a:pt x="1110360" y="35571"/>
                  <a:pt x="1008599" y="0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E63878-DDA7-3E68-C9EF-8F1FDBAD2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66" y="428522"/>
            <a:ext cx="4953001" cy="1743323"/>
          </a:xfrm>
        </p:spPr>
        <p:txBody>
          <a:bodyPr>
            <a:normAutofit/>
          </a:bodyPr>
          <a:lstStyle/>
          <a:p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Tecnologias Utilizadas</a:t>
            </a:r>
            <a:endParaRPr lang="pt-PT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m 3" descr="HTML, CSS e Javascript: quais as diferenças e como aprender? – Insights para te ajudar na carreira em tecnologia | Blog da Trybe">
            <a:extLst>
              <a:ext uri="{FF2B5EF4-FFF2-40B4-BE49-F238E27FC236}">
                <a16:creationId xmlns:a16="http://schemas.microsoft.com/office/drawing/2014/main" id="{8BEC6A83-C8E3-CCDF-A753-B025FE8A8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4476" y="573139"/>
            <a:ext cx="3810000" cy="1905000"/>
          </a:xfrm>
          <a:prstGeom prst="rect">
            <a:avLst/>
          </a:prstGeom>
        </p:spPr>
      </p:pic>
      <p:pic>
        <p:nvPicPr>
          <p:cNvPr id="6" name="Imagem 5" descr="Vercel WAF - Cyderes Documentation">
            <a:extLst>
              <a:ext uri="{FF2B5EF4-FFF2-40B4-BE49-F238E27FC236}">
                <a16:creationId xmlns:a16="http://schemas.microsoft.com/office/drawing/2014/main" id="{A81D8C76-4530-50C7-7DB6-3AEA339EE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64346" y="4956278"/>
            <a:ext cx="4038600" cy="1473200"/>
          </a:xfrm>
          <a:prstGeom prst="rect">
            <a:avLst/>
          </a:prstGeom>
        </p:spPr>
      </p:pic>
      <p:pic>
        <p:nvPicPr>
          <p:cNvPr id="7" name="Imagem 6" descr="Desvendando o GitHub: O Epicentro da Colaboração na Programação">
            <a:extLst>
              <a:ext uri="{FF2B5EF4-FFF2-40B4-BE49-F238E27FC236}">
                <a16:creationId xmlns:a16="http://schemas.microsoft.com/office/drawing/2014/main" id="{FC37C56A-BAD8-394F-36B0-073FDB0E7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88359" y="2800556"/>
            <a:ext cx="4686300" cy="1727200"/>
          </a:xfrm>
          <a:prstGeom prst="rect">
            <a:avLst/>
          </a:prstGeom>
        </p:spPr>
      </p:pic>
      <p:pic>
        <p:nvPicPr>
          <p:cNvPr id="12" name="Imagem 11" descr="Google Gemini | IT | Pepperdine Community">
            <a:extLst>
              <a:ext uri="{FF2B5EF4-FFF2-40B4-BE49-F238E27FC236}">
                <a16:creationId xmlns:a16="http://schemas.microsoft.com/office/drawing/2014/main" id="{3565A8EE-F9A2-0E4D-7567-5A3D6E55D9F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576" t="8054" r="5576" b="7801"/>
          <a:stretch>
            <a:fillRect/>
          </a:stretch>
        </p:blipFill>
        <p:spPr>
          <a:xfrm>
            <a:off x="1262322" y="2722597"/>
            <a:ext cx="4163716" cy="1186202"/>
          </a:xfrm>
          <a:prstGeom prst="rect">
            <a:avLst/>
          </a:prstGeom>
          <a:ln>
            <a:noFill/>
          </a:ln>
        </p:spPr>
      </p:pic>
      <p:pic>
        <p:nvPicPr>
          <p:cNvPr id="14" name="Imagem 13" descr="File:Claude AI symbol.svg - Wikimedia Commons">
            <a:extLst>
              <a:ext uri="{FF2B5EF4-FFF2-40B4-BE49-F238E27FC236}">
                <a16:creationId xmlns:a16="http://schemas.microsoft.com/office/drawing/2014/main" id="{943D0A59-C18D-D4FD-B8A4-D8A2A8AA1F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2420943" y="4641875"/>
            <a:ext cx="1483049" cy="148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647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1CCD9EE-583D-CD87-C25A-F5F910DED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5556" y="681191"/>
            <a:ext cx="4977976" cy="1454051"/>
          </a:xfrm>
        </p:spPr>
        <p:txBody>
          <a:bodyPr>
            <a:normAutofit/>
          </a:bodyPr>
          <a:lstStyle/>
          <a:p>
            <a:r>
              <a:rPr lang="pt-PT" sz="3600" dirty="0">
                <a:solidFill>
                  <a:schemeClr val="tx2"/>
                </a:solidFill>
              </a:rPr>
              <a:t>Conclusão</a:t>
            </a:r>
          </a:p>
        </p:txBody>
      </p:sp>
      <p:pic>
        <p:nvPicPr>
          <p:cNvPr id="7" name="Graphic 6" descr="Marca de Verificação">
            <a:extLst>
              <a:ext uri="{FF2B5EF4-FFF2-40B4-BE49-F238E27FC236}">
                <a16:creationId xmlns:a16="http://schemas.microsoft.com/office/drawing/2014/main" id="{527F6DA5-7831-477B-A19B-FEBDC2085E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DC4071E-EFA3-2543-941F-EBA3D2814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27471" y="2135243"/>
            <a:ext cx="4977578" cy="3639289"/>
          </a:xfrm>
        </p:spPr>
        <p:txBody>
          <a:bodyPr anchor="ctr">
            <a:normAutofit/>
          </a:bodyPr>
          <a:lstStyle/>
          <a:p>
            <a:r>
              <a:rPr lang="pt-PT" sz="1800" b="1" dirty="0">
                <a:solidFill>
                  <a:schemeClr val="tx2"/>
                </a:solidFill>
              </a:rPr>
              <a:t>Plataforma completa para simulação financeira</a:t>
            </a:r>
            <a:endParaRPr lang="pt-PT" sz="1800" dirty="0">
              <a:solidFill>
                <a:schemeClr val="tx2"/>
              </a:solidFill>
            </a:endParaRPr>
          </a:p>
          <a:p>
            <a:r>
              <a:rPr lang="pt-PT" sz="1800" b="1" dirty="0">
                <a:solidFill>
                  <a:schemeClr val="tx2"/>
                </a:solidFill>
              </a:rPr>
              <a:t>Experiência prática, moderna e intuitiva</a:t>
            </a:r>
            <a:endParaRPr lang="pt-PT" sz="1800" dirty="0">
              <a:solidFill>
                <a:schemeClr val="tx2"/>
              </a:solidFill>
            </a:endParaRPr>
          </a:p>
          <a:p>
            <a:r>
              <a:rPr lang="pt-PT" sz="1800" b="1" dirty="0">
                <a:solidFill>
                  <a:schemeClr val="tx2"/>
                </a:solidFill>
              </a:rPr>
              <a:t>Integra várias dinâmicas numa única aplicação</a:t>
            </a:r>
            <a:endParaRPr lang="pt-PT" sz="1800" dirty="0">
              <a:solidFill>
                <a:schemeClr val="tx2"/>
              </a:solidFill>
            </a:endParaRPr>
          </a:p>
          <a:p>
            <a:r>
              <a:rPr lang="pt-PT" sz="1800" b="1" dirty="0">
                <a:solidFill>
                  <a:schemeClr val="tx2"/>
                </a:solidFill>
              </a:rPr>
              <a:t>Preparada para futuras melhorias</a:t>
            </a:r>
            <a:endParaRPr lang="pt-PT" sz="1800" dirty="0">
              <a:solidFill>
                <a:schemeClr val="tx2"/>
              </a:solidFill>
            </a:endParaRPr>
          </a:p>
          <a:p>
            <a:endParaRPr lang="pt-PT" sz="1800" dirty="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1577308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503</TotalTime>
  <Words>132</Words>
  <Application>Microsoft Macintosh PowerPoint</Application>
  <PresentationFormat>Ecrã Panorâmico</PresentationFormat>
  <Paragraphs>28</Paragraphs>
  <Slides>7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Tema do Office</vt:lpstr>
      <vt:lpstr>PAP- Projeto de aptidão profissional</vt:lpstr>
      <vt:lpstr>Objetivos</vt:lpstr>
      <vt:lpstr>cronograma</vt:lpstr>
      <vt:lpstr>Funcionalidades principais</vt:lpstr>
      <vt:lpstr>Sistema e experiência</vt:lpstr>
      <vt:lpstr>Tecnologias Utilizadas</vt:lpstr>
      <vt:lpstr>Conclusão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Rodrigo Gonçalves</dc:creator>
  <cp:lastModifiedBy>Rodrigo Gonçalves</cp:lastModifiedBy>
  <cp:revision>4</cp:revision>
  <cp:lastPrinted>2026-06-28T23:50:14Z</cp:lastPrinted>
  <dcterms:created xsi:type="dcterms:W3CDTF">2026-06-28T23:43:03Z</dcterms:created>
  <dcterms:modified xsi:type="dcterms:W3CDTF">2026-06-29T08:23:05Z</dcterms:modified>
</cp:coreProperties>
</file>